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9"/>
  </p:sldMasterIdLst>
  <p:notesMasterIdLst>
    <p:notesMasterId r:id="rId13"/>
  </p:notesMasterIdLst>
  <p:handoutMasterIdLst>
    <p:handoutMasterId r:id="rId14"/>
  </p:handoutMasterIdLst>
  <p:sldIdLst>
    <p:sldId id="256" r:id="rId10"/>
    <p:sldId id="257" r:id="rId11"/>
    <p:sldId id="25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3697" autoAdjust="0"/>
  </p:normalViewPr>
  <p:slideViewPr>
    <p:cSldViewPr snapToGrid="0" showGuides="1">
      <p:cViewPr varScale="1">
        <p:scale>
          <a:sx n="66" d="100"/>
          <a:sy n="66" d="100"/>
        </p:scale>
        <p:origin x="9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5400" y="6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customXml" Target="../customXml/item7.xml"/><Relationship Id="rId12" Type="http://schemas.openxmlformats.org/officeDocument/2006/relationships/slide" Target="slides/slide3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2.xml"/><Relationship Id="rId5" Type="http://schemas.openxmlformats.org/officeDocument/2006/relationships/customXml" Target="../customXml/item5.xml"/><Relationship Id="rId15" Type="http://schemas.openxmlformats.org/officeDocument/2006/relationships/presProps" Target="presProps.xml"/><Relationship Id="rId10" Type="http://schemas.openxmlformats.org/officeDocument/2006/relationships/slide" Target="slides/slide1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1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61ADCD-0986-466F-BCF4-F140374402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D45B1-DDA3-4823-B57F-398ED6D7CE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42B987-EC31-4746-B4E6-062CD7AA3A1A}" type="datetime1">
              <a:rPr lang="en-GB" smtClean="0"/>
              <a:t>27/09/2024</a:t>
            </a:fld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B3C53-DC75-4A5C-81E7-5D7CB96E12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F6EE6-6533-46A0-A8FB-DBC252423243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1B013-C79C-4BAB-9591-CE1E1BF2A9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838611-CB23-4A11-B466-01829FB3E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1D025B-ACD2-45C1-B156-1DDB470CE319}" type="slidenum">
              <a:rPr lang="en-GB" smtClean="0"/>
              <a:t>‹#›</a:t>
            </a:fld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8BE06-C1AD-4FF4-9212-678516BAB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10225-CB48-4A2A-9739-463AD2DBC31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25BBF7-0B0C-48D4-ABAA-EF360EF241C5}" type="datetime1">
              <a:rPr lang="en-GB" smtClean="0"/>
              <a:t>27/09/2024</a:t>
            </a:fld>
            <a:endParaRPr lang="en-GB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668863D3-1D0C-412C-99BB-873840116A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5E44B7E2-ED93-42BE-81A6-FE398D91C1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691570-C65F-4C66-9CB2-8798BF7E89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Title slide image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6" hidden="1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D1903C8B-6A03-40C4-AD50-AACDEC5FDA0C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Background">
            <a:extLst>
              <a:ext uri="{FF2B5EF4-FFF2-40B4-BE49-F238E27FC236}">
                <a16:creationId xmlns:a16="http://schemas.microsoft.com/office/drawing/2014/main" id="{22F6F34B-A8D0-4DB2-A40E-DF14A9DD8E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5DCE21D-C322-4B21-A60A-71E6E2C54D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200" y="0"/>
            <a:ext cx="12193200" cy="6861600"/>
          </a:xfrm>
          <a:custGeom>
            <a:avLst/>
            <a:gdLst>
              <a:gd name="connsiteX0" fmla="*/ 6275387 w 12193200"/>
              <a:gd name="connsiteY0" fmla="*/ 0 h 6861600"/>
              <a:gd name="connsiteX1" fmla="*/ 12193200 w 12193200"/>
              <a:gd name="connsiteY1" fmla="*/ 0 h 6861600"/>
              <a:gd name="connsiteX2" fmla="*/ 12193200 w 12193200"/>
              <a:gd name="connsiteY2" fmla="*/ 6861600 h 6861600"/>
              <a:gd name="connsiteX3" fmla="*/ 0 w 12193200"/>
              <a:gd name="connsiteY3" fmla="*/ 6861600 h 6861600"/>
              <a:gd name="connsiteX4" fmla="*/ 0 w 12193200"/>
              <a:gd name="connsiteY4" fmla="*/ 2245058 h 6861600"/>
              <a:gd name="connsiteX5" fmla="*/ 1 w 12193200"/>
              <a:gd name="connsiteY5" fmla="*/ 2245058 h 6861600"/>
              <a:gd name="connsiteX6" fmla="*/ 1 w 12193200"/>
              <a:gd name="connsiteY6" fmla="*/ 3378783 h 6861600"/>
              <a:gd name="connsiteX7" fmla="*/ 3519949 w 12193200"/>
              <a:gd name="connsiteY7" fmla="*/ 3378783 h 6861600"/>
              <a:gd name="connsiteX8" fmla="*/ 3519949 w 12193200"/>
              <a:gd name="connsiteY8" fmla="*/ 2245058 h 6861600"/>
              <a:gd name="connsiteX9" fmla="*/ 6275387 w 12193200"/>
              <a:gd name="connsiteY9" fmla="*/ 2245058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3200" h="6861600">
                <a:moveTo>
                  <a:pt x="6275387" y="0"/>
                </a:moveTo>
                <a:lnTo>
                  <a:pt x="12193200" y="0"/>
                </a:lnTo>
                <a:lnTo>
                  <a:pt x="12193200" y="6861600"/>
                </a:lnTo>
                <a:lnTo>
                  <a:pt x="0" y="6861600"/>
                </a:lnTo>
                <a:lnTo>
                  <a:pt x="0" y="2245058"/>
                </a:lnTo>
                <a:lnTo>
                  <a:pt x="1" y="2245058"/>
                </a:lnTo>
                <a:lnTo>
                  <a:pt x="1" y="3378783"/>
                </a:lnTo>
                <a:lnTo>
                  <a:pt x="3519949" y="3378783"/>
                </a:lnTo>
                <a:lnTo>
                  <a:pt x="3519949" y="2245058"/>
                </a:lnTo>
                <a:lnTo>
                  <a:pt x="6275387" y="2245058"/>
                </a:lnTo>
                <a:close/>
              </a:path>
            </a:pathLst>
          </a:custGeom>
          <a:solidFill>
            <a:srgbClr val="F9F9F7"/>
          </a:solidFill>
        </p:spPr>
        <p:txBody>
          <a:bodyPr wrap="square" lIns="72000" tIns="0" bIns="7200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sz="1600"/>
            </a:lvl1pPr>
          </a:lstStyle>
          <a:p>
            <a:r>
              <a:rPr lang="en-US" noProof="0" dirty="0"/>
              <a:t>Mark placeholder to insert image </a:t>
            </a:r>
            <a:r>
              <a:rPr lang="en-US" dirty="0"/>
              <a:t>using the Insert tab – Pictures or from Templafy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360001" y="358842"/>
            <a:ext cx="5094915" cy="1512000"/>
          </a:xfrm>
        </p:spPr>
        <p:txBody>
          <a:bodyPr anchor="t" anchorCtr="0"/>
          <a:lstStyle>
            <a:lvl1pPr algn="l">
              <a:lnSpc>
                <a:spcPct val="91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</a:t>
            </a:r>
            <a:endParaRPr lang="en-US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FF3BE45C-E4DE-42B7-B25F-83E216F00A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1" y="2642923"/>
            <a:ext cx="2617710" cy="3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11174"/>
      </p:ext>
    </p:extLst>
  </p:cSld>
  <p:clrMapOvr>
    <a:masterClrMapping/>
  </p:clrMapOvr>
</p:sldLayout>
</file>

<file path=ppt/slideLayouts/slideLayout2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Title slide image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6" hidden="1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1B42BF88-9EAB-4FF1-8C7D-3D1A57D94546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Background">
            <a:extLst>
              <a:ext uri="{FF2B5EF4-FFF2-40B4-BE49-F238E27FC236}">
                <a16:creationId xmlns:a16="http://schemas.microsoft.com/office/drawing/2014/main" id="{22F6F34B-A8D0-4DB2-A40E-DF14A9DD8E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6F7659C-7B1E-49FB-B560-86891DD563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3200" cy="6861600"/>
          </a:xfrm>
          <a:custGeom>
            <a:avLst/>
            <a:gdLst>
              <a:gd name="connsiteX0" fmla="*/ 6275387 w 12193200"/>
              <a:gd name="connsiteY0" fmla="*/ 0 h 6861600"/>
              <a:gd name="connsiteX1" fmla="*/ 12193200 w 12193200"/>
              <a:gd name="connsiteY1" fmla="*/ 0 h 6861600"/>
              <a:gd name="connsiteX2" fmla="*/ 12193200 w 12193200"/>
              <a:gd name="connsiteY2" fmla="*/ 6861600 h 6861600"/>
              <a:gd name="connsiteX3" fmla="*/ 0 w 12193200"/>
              <a:gd name="connsiteY3" fmla="*/ 6861600 h 6861600"/>
              <a:gd name="connsiteX4" fmla="*/ 0 w 12193200"/>
              <a:gd name="connsiteY4" fmla="*/ 2780908 h 6861600"/>
              <a:gd name="connsiteX5" fmla="*/ 1 w 12193200"/>
              <a:gd name="connsiteY5" fmla="*/ 2780908 h 6861600"/>
              <a:gd name="connsiteX6" fmla="*/ 1 w 12193200"/>
              <a:gd name="connsiteY6" fmla="*/ 3934964 h 6861600"/>
              <a:gd name="connsiteX7" fmla="*/ 3519949 w 12193200"/>
              <a:gd name="connsiteY7" fmla="*/ 3934964 h 6861600"/>
              <a:gd name="connsiteX8" fmla="*/ 3519949 w 12193200"/>
              <a:gd name="connsiteY8" fmla="*/ 2780908 h 6861600"/>
              <a:gd name="connsiteX9" fmla="*/ 6275387 w 12193200"/>
              <a:gd name="connsiteY9" fmla="*/ 2780908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3200" h="6861600">
                <a:moveTo>
                  <a:pt x="6275387" y="0"/>
                </a:moveTo>
                <a:lnTo>
                  <a:pt x="12193200" y="0"/>
                </a:lnTo>
                <a:lnTo>
                  <a:pt x="12193200" y="6861600"/>
                </a:lnTo>
                <a:lnTo>
                  <a:pt x="0" y="6861600"/>
                </a:lnTo>
                <a:lnTo>
                  <a:pt x="0" y="2780908"/>
                </a:lnTo>
                <a:lnTo>
                  <a:pt x="1" y="2780908"/>
                </a:lnTo>
                <a:lnTo>
                  <a:pt x="1" y="3934964"/>
                </a:lnTo>
                <a:lnTo>
                  <a:pt x="3519949" y="3934964"/>
                </a:lnTo>
                <a:lnTo>
                  <a:pt x="3519949" y="2780908"/>
                </a:lnTo>
                <a:lnTo>
                  <a:pt x="6275387" y="2780908"/>
                </a:lnTo>
                <a:close/>
              </a:path>
            </a:pathLst>
          </a:custGeom>
          <a:solidFill>
            <a:srgbClr val="F9F9F7"/>
          </a:solidFill>
        </p:spPr>
        <p:txBody>
          <a:bodyPr wrap="square" lIns="72000" tIns="0" bIns="7200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sz="1600"/>
            </a:lvl1pPr>
          </a:lstStyle>
          <a:p>
            <a:r>
              <a:rPr lang="en-US" noProof="0" dirty="0"/>
              <a:t>Mark placeholder to insert image </a:t>
            </a:r>
            <a:r>
              <a:rPr lang="en-US" dirty="0"/>
              <a:t>using the Insert tab – Pictures or from Templafy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360000" y="338370"/>
            <a:ext cx="5094000" cy="1723004"/>
          </a:xfrm>
        </p:spPr>
        <p:txBody>
          <a:bodyPr anchor="t" anchorCtr="0"/>
          <a:lstStyle>
            <a:lvl1pPr algn="l">
              <a:lnSpc>
                <a:spcPct val="91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</a:t>
            </a:r>
            <a:endParaRPr lang="en-US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E897BB9-C0DA-41AA-90EC-DB8C5FCE355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57742" y="2163337"/>
            <a:ext cx="5094000" cy="424197"/>
          </a:xfrm>
        </p:spPr>
        <p:txBody>
          <a:bodyPr/>
          <a:lstStyle>
            <a:lvl1pPr marL="0" indent="0" algn="l">
              <a:spcBef>
                <a:spcPts val="0"/>
              </a:spcBef>
              <a:buFont typeface="Verdana" panose="020B0604030504040204" pitchFamily="34" charset="0"/>
              <a:buChar char="​"/>
              <a:defRPr sz="1400">
                <a:solidFill>
                  <a:schemeClr val="bg1"/>
                </a:solidFill>
              </a:defRPr>
            </a:lvl1pPr>
            <a:lvl2pPr marL="0" indent="0" algn="l">
              <a:buFont typeface="Verdana" panose="020B0604030504040204" pitchFamily="34" charset="0"/>
              <a:buNone/>
              <a:defRPr sz="1200">
                <a:solidFill>
                  <a:srgbClr val="333333"/>
                </a:solidFill>
              </a:defRPr>
            </a:lvl2pPr>
            <a:lvl3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3pPr>
            <a:lvl4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4pPr>
            <a:lvl5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5pPr>
            <a:lvl6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6pPr>
            <a:lvl7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7pPr>
            <a:lvl8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8pPr>
            <a:lvl9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9pPr>
          </a:lstStyle>
          <a:p>
            <a:r>
              <a:rPr lang="en-US" dirty="0"/>
              <a:t>Subtitle</a:t>
            </a:r>
            <a:endParaRPr lang="en-US"/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BE643BFE-CC71-4C45-A510-41469C9CD8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1" y="3205083"/>
            <a:ext cx="2617710" cy="3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628648"/>
      </p:ext>
    </p:extLst>
  </p:cSld>
  <p:clrMapOvr>
    <a:masterClrMapping/>
  </p:clrMapOvr>
</p:sldLayout>
</file>

<file path=ppt/slideLayouts/slideLayout3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Title slide image (C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6" hidden="1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ED06D66A-00D9-479B-9856-27577BF36107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Background">
            <a:extLst>
              <a:ext uri="{FF2B5EF4-FFF2-40B4-BE49-F238E27FC236}">
                <a16:creationId xmlns:a16="http://schemas.microsoft.com/office/drawing/2014/main" id="{22F6F34B-A8D0-4DB2-A40E-DF14A9DD8E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1AB11E3-DCD9-468D-AF31-A1154B63730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3200" cy="6861600"/>
          </a:xfrm>
          <a:custGeom>
            <a:avLst/>
            <a:gdLst>
              <a:gd name="connsiteX0" fmla="*/ 0 w 12193200"/>
              <a:gd name="connsiteY0" fmla="*/ 0 h 6861600"/>
              <a:gd name="connsiteX1" fmla="*/ 12193200 w 12193200"/>
              <a:gd name="connsiteY1" fmla="*/ 0 h 6861600"/>
              <a:gd name="connsiteX2" fmla="*/ 12193200 w 12193200"/>
              <a:gd name="connsiteY2" fmla="*/ 6861600 h 6861600"/>
              <a:gd name="connsiteX3" fmla="*/ 0 w 12193200"/>
              <a:gd name="connsiteY3" fmla="*/ 6861600 h 6861600"/>
              <a:gd name="connsiteX4" fmla="*/ 0 w 12193200"/>
              <a:gd name="connsiteY4" fmla="*/ 6858001 h 6861600"/>
              <a:gd name="connsiteX5" fmla="*/ 5915025 w 12193200"/>
              <a:gd name="connsiteY5" fmla="*/ 6858001 h 6861600"/>
              <a:gd name="connsiteX6" fmla="*/ 5915025 w 12193200"/>
              <a:gd name="connsiteY6" fmla="*/ 4077093 h 6861600"/>
              <a:gd name="connsiteX7" fmla="*/ 3519949 w 12193200"/>
              <a:gd name="connsiteY7" fmla="*/ 4077093 h 6861600"/>
              <a:gd name="connsiteX8" fmla="*/ 3519949 w 12193200"/>
              <a:gd name="connsiteY8" fmla="*/ 2975066 h 6861600"/>
              <a:gd name="connsiteX9" fmla="*/ 1 w 12193200"/>
              <a:gd name="connsiteY9" fmla="*/ 2975066 h 6861600"/>
              <a:gd name="connsiteX10" fmla="*/ 1 w 12193200"/>
              <a:gd name="connsiteY10" fmla="*/ 4077093 h 6861600"/>
              <a:gd name="connsiteX11" fmla="*/ 0 w 12193200"/>
              <a:gd name="connsiteY11" fmla="*/ 4077093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3200" h="6861600">
                <a:moveTo>
                  <a:pt x="0" y="0"/>
                </a:moveTo>
                <a:lnTo>
                  <a:pt x="12193200" y="0"/>
                </a:lnTo>
                <a:lnTo>
                  <a:pt x="12193200" y="6861600"/>
                </a:lnTo>
                <a:lnTo>
                  <a:pt x="0" y="6861600"/>
                </a:lnTo>
                <a:lnTo>
                  <a:pt x="0" y="6858001"/>
                </a:lnTo>
                <a:lnTo>
                  <a:pt x="5915025" y="6858001"/>
                </a:lnTo>
                <a:lnTo>
                  <a:pt x="5915025" y="4077093"/>
                </a:lnTo>
                <a:lnTo>
                  <a:pt x="3519949" y="4077093"/>
                </a:lnTo>
                <a:lnTo>
                  <a:pt x="3519949" y="2975066"/>
                </a:lnTo>
                <a:lnTo>
                  <a:pt x="1" y="2975066"/>
                </a:lnTo>
                <a:lnTo>
                  <a:pt x="1" y="4077093"/>
                </a:lnTo>
                <a:lnTo>
                  <a:pt x="0" y="4077093"/>
                </a:lnTo>
                <a:close/>
              </a:path>
            </a:pathLst>
          </a:custGeom>
          <a:solidFill>
            <a:srgbClr val="F9F9F7"/>
          </a:solidFill>
        </p:spPr>
        <p:txBody>
          <a:bodyPr wrap="square" lIns="72000" tIns="72000" bIns="0" anchor="t" anchorCtr="0">
            <a:noAutofit/>
          </a:bodyPr>
          <a:lstStyle>
            <a:lvl1pPr marL="0" indent="0" algn="l">
              <a:spcAft>
                <a:spcPts val="0"/>
              </a:spcAft>
              <a:buNone/>
              <a:defRPr sz="1600"/>
            </a:lvl1pPr>
          </a:lstStyle>
          <a:p>
            <a:r>
              <a:rPr lang="en-US" noProof="0" dirty="0"/>
              <a:t>Mark placeholder to insert image </a:t>
            </a:r>
            <a:r>
              <a:rPr lang="en-US" dirty="0"/>
              <a:t>using the Insert tab – Pictures or from Templafy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360000" y="4472085"/>
            <a:ext cx="4734000" cy="1176240"/>
          </a:xfrm>
        </p:spPr>
        <p:txBody>
          <a:bodyPr anchor="t" anchorCtr="0"/>
          <a:lstStyle>
            <a:lvl1pPr algn="l">
              <a:lnSpc>
                <a:spcPct val="91000"/>
              </a:lnSpc>
              <a:defRPr sz="41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</a:t>
            </a:r>
            <a:endParaRPr lang="en-US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D4561A69-5067-410B-91C5-BE4B74B22D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60000" y="5860800"/>
            <a:ext cx="4734000" cy="544705"/>
          </a:xfrm>
        </p:spPr>
        <p:txBody>
          <a:bodyPr/>
          <a:lstStyle>
            <a:lvl1pPr marL="0" indent="0" algn="l">
              <a:spcBef>
                <a:spcPts val="0"/>
              </a:spcBef>
              <a:buFont typeface="Verdana" panose="020B0604030504040204" pitchFamily="34" charset="0"/>
              <a:buChar char="​"/>
              <a:defRPr sz="1400">
                <a:solidFill>
                  <a:schemeClr val="bg1"/>
                </a:solidFill>
              </a:defRPr>
            </a:lvl1pPr>
            <a:lvl2pPr marL="0" indent="0" algn="l">
              <a:buFont typeface="Verdana" panose="020B0604030504040204" pitchFamily="34" charset="0"/>
              <a:buNone/>
              <a:defRPr sz="1200">
                <a:solidFill>
                  <a:srgbClr val="333333"/>
                </a:solidFill>
              </a:defRPr>
            </a:lvl2pPr>
            <a:lvl3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3pPr>
            <a:lvl4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4pPr>
            <a:lvl5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5pPr>
            <a:lvl6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6pPr>
            <a:lvl7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7pPr>
            <a:lvl8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8pPr>
            <a:lvl9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9pPr>
          </a:lstStyle>
          <a:p>
            <a:r>
              <a:rPr lang="en-US" dirty="0"/>
              <a:t>Subtitle</a:t>
            </a:r>
            <a:endParaRPr lang="en-US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B01D38AB-220F-4FC4-8219-927BC28D87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1" y="3361634"/>
            <a:ext cx="2617710" cy="3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671673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Title slide image (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6" hidden="1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D3E1E10-4E6B-4C9C-B68B-DC96BC56ABFC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Background">
            <a:extLst>
              <a:ext uri="{FF2B5EF4-FFF2-40B4-BE49-F238E27FC236}">
                <a16:creationId xmlns:a16="http://schemas.microsoft.com/office/drawing/2014/main" id="{22F6F34B-A8D0-4DB2-A40E-DF14A9DD8E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392B3FA-4A45-49A0-A3FB-2000E37DA9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3200" cy="6861600"/>
          </a:xfrm>
          <a:custGeom>
            <a:avLst/>
            <a:gdLst>
              <a:gd name="connsiteX0" fmla="*/ 0 w 12193200"/>
              <a:gd name="connsiteY0" fmla="*/ 0 h 6861600"/>
              <a:gd name="connsiteX1" fmla="*/ 12193200 w 12193200"/>
              <a:gd name="connsiteY1" fmla="*/ 0 h 6861600"/>
              <a:gd name="connsiteX2" fmla="*/ 12193200 w 12193200"/>
              <a:gd name="connsiteY2" fmla="*/ 6861600 h 6861600"/>
              <a:gd name="connsiteX3" fmla="*/ 0 w 12193200"/>
              <a:gd name="connsiteY3" fmla="*/ 6861600 h 6861600"/>
              <a:gd name="connsiteX4" fmla="*/ 0 w 12193200"/>
              <a:gd name="connsiteY4" fmla="*/ 6858002 h 6861600"/>
              <a:gd name="connsiteX5" fmla="*/ 5762624 w 12193200"/>
              <a:gd name="connsiteY5" fmla="*/ 6858002 h 6861600"/>
              <a:gd name="connsiteX6" fmla="*/ 5762624 w 12193200"/>
              <a:gd name="connsiteY6" fmla="*/ 6858001 h 6861600"/>
              <a:gd name="connsiteX7" fmla="*/ 5915025 w 12193200"/>
              <a:gd name="connsiteY7" fmla="*/ 6858001 h 6861600"/>
              <a:gd name="connsiteX8" fmla="*/ 5915025 w 12193200"/>
              <a:gd name="connsiteY8" fmla="*/ 4501189 h 6861600"/>
              <a:gd name="connsiteX9" fmla="*/ 5762624 w 12193200"/>
              <a:gd name="connsiteY9" fmla="*/ 4501189 h 6861600"/>
              <a:gd name="connsiteX10" fmla="*/ 5762624 w 12193200"/>
              <a:gd name="connsiteY10" fmla="*/ 4495802 h 6861600"/>
              <a:gd name="connsiteX11" fmla="*/ 3519949 w 12193200"/>
              <a:gd name="connsiteY11" fmla="*/ 4495802 h 6861600"/>
              <a:gd name="connsiteX12" fmla="*/ 3519949 w 12193200"/>
              <a:gd name="connsiteY12" fmla="*/ 3355681 h 6861600"/>
              <a:gd name="connsiteX13" fmla="*/ 1 w 12193200"/>
              <a:gd name="connsiteY13" fmla="*/ 3355681 h 6861600"/>
              <a:gd name="connsiteX14" fmla="*/ 1 w 12193200"/>
              <a:gd name="connsiteY14" fmla="*/ 3362327 h 6861600"/>
              <a:gd name="connsiteX15" fmla="*/ 0 w 12193200"/>
              <a:gd name="connsiteY15" fmla="*/ 3362327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3200" h="6861600">
                <a:moveTo>
                  <a:pt x="0" y="0"/>
                </a:moveTo>
                <a:lnTo>
                  <a:pt x="12193200" y="0"/>
                </a:lnTo>
                <a:lnTo>
                  <a:pt x="12193200" y="6861600"/>
                </a:lnTo>
                <a:lnTo>
                  <a:pt x="0" y="6861600"/>
                </a:lnTo>
                <a:lnTo>
                  <a:pt x="0" y="6858002"/>
                </a:lnTo>
                <a:lnTo>
                  <a:pt x="5762624" y="6858002"/>
                </a:lnTo>
                <a:lnTo>
                  <a:pt x="5762624" y="6858001"/>
                </a:lnTo>
                <a:lnTo>
                  <a:pt x="5915025" y="6858001"/>
                </a:lnTo>
                <a:lnTo>
                  <a:pt x="5915025" y="4501189"/>
                </a:lnTo>
                <a:lnTo>
                  <a:pt x="5762624" y="4501189"/>
                </a:lnTo>
                <a:lnTo>
                  <a:pt x="5762624" y="4495802"/>
                </a:lnTo>
                <a:lnTo>
                  <a:pt x="3519949" y="4495802"/>
                </a:lnTo>
                <a:lnTo>
                  <a:pt x="3519949" y="3355681"/>
                </a:lnTo>
                <a:lnTo>
                  <a:pt x="1" y="3355681"/>
                </a:lnTo>
                <a:lnTo>
                  <a:pt x="1" y="3362327"/>
                </a:lnTo>
                <a:lnTo>
                  <a:pt x="0" y="3362327"/>
                </a:lnTo>
                <a:close/>
              </a:path>
            </a:pathLst>
          </a:custGeom>
          <a:solidFill>
            <a:srgbClr val="F9F9F7"/>
          </a:solidFill>
        </p:spPr>
        <p:txBody>
          <a:bodyPr wrap="square" lIns="72000" tIns="72000" bIns="72000" anchor="t" anchorCtr="0">
            <a:noAutofit/>
          </a:bodyPr>
          <a:lstStyle>
            <a:lvl1pPr marL="0" indent="0" algn="l">
              <a:spcAft>
                <a:spcPts val="0"/>
              </a:spcAft>
              <a:buNone/>
              <a:defRPr sz="1600"/>
            </a:lvl1pPr>
          </a:lstStyle>
          <a:p>
            <a:r>
              <a:rPr lang="en-US" noProof="0" dirty="0"/>
              <a:t>Mark placeholder to insert image </a:t>
            </a:r>
            <a:r>
              <a:rPr lang="en-US" dirty="0"/>
              <a:t>using the Insert tab – Pictures or from Templafy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360001" y="4822763"/>
            <a:ext cx="4734551" cy="929108"/>
          </a:xfrm>
        </p:spPr>
        <p:txBody>
          <a:bodyPr anchor="t" anchorCtr="0"/>
          <a:lstStyle>
            <a:lvl1pPr algn="l">
              <a:lnSpc>
                <a:spcPct val="91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</a:t>
            </a:r>
            <a:endParaRPr lang="en-US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E897BB9-C0DA-41AA-90EC-DB8C5FCE355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60001" y="5860800"/>
            <a:ext cx="4734551" cy="424197"/>
          </a:xfrm>
        </p:spPr>
        <p:txBody>
          <a:bodyPr/>
          <a:lstStyle>
            <a:lvl1pPr marL="0" indent="0" algn="l">
              <a:spcBef>
                <a:spcPts val="0"/>
              </a:spcBef>
              <a:buFont typeface="Verdana" panose="020B0604030504040204" pitchFamily="34" charset="0"/>
              <a:buChar char="​"/>
              <a:defRPr sz="1400">
                <a:solidFill>
                  <a:schemeClr val="bg1"/>
                </a:solidFill>
              </a:defRPr>
            </a:lvl1pPr>
            <a:lvl2pPr marL="0" indent="0" algn="l">
              <a:buFont typeface="Verdana" panose="020B0604030504040204" pitchFamily="34" charset="0"/>
              <a:buNone/>
              <a:defRPr sz="1200">
                <a:solidFill>
                  <a:srgbClr val="333333"/>
                </a:solidFill>
              </a:defRPr>
            </a:lvl2pPr>
            <a:lvl3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3pPr>
            <a:lvl4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4pPr>
            <a:lvl5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5pPr>
            <a:lvl6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6pPr>
            <a:lvl7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7pPr>
            <a:lvl8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8pPr>
            <a:lvl9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9pPr>
          </a:lstStyle>
          <a:p>
            <a:r>
              <a:rPr lang="en-US" dirty="0"/>
              <a:t>Subtitle</a:t>
            </a:r>
            <a:endParaRPr lang="en-US"/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DA2544AE-9170-440D-A7DE-3D8825007C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1" y="3777917"/>
            <a:ext cx="2617710" cy="3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321074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itle slide bright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6" hidden="1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65259D24-E6A6-4D69-90CB-83073E8387B2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Background">
            <a:extLst>
              <a:ext uri="{FF2B5EF4-FFF2-40B4-BE49-F238E27FC236}">
                <a16:creationId xmlns:a16="http://schemas.microsoft.com/office/drawing/2014/main" id="{22F6F34B-A8D0-4DB2-A40E-DF14A9DD8E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13" name="Picture Placeholder 1">
            <a:extLst>
              <a:ext uri="{FF2B5EF4-FFF2-40B4-BE49-F238E27FC236}">
                <a16:creationId xmlns:a16="http://schemas.microsoft.com/office/drawing/2014/main" id="{28407CFA-12E8-4EE0-A351-546A2BCBA9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3200" cy="6861600"/>
          </a:xfrm>
          <a:solidFill>
            <a:srgbClr val="F9F9F7"/>
          </a:solidFill>
        </p:spPr>
        <p:txBody>
          <a:bodyPr lIns="72000" tIns="72000"/>
          <a:lstStyle>
            <a:lvl1pPr marL="0" indent="0" algn="l">
              <a:spcAft>
                <a:spcPts val="0"/>
              </a:spcAft>
              <a:buNone/>
              <a:defRPr sz="1600"/>
            </a:lvl1pPr>
          </a:lstStyle>
          <a:p>
            <a:r>
              <a:rPr lang="en-US" noProof="0" dirty="0"/>
              <a:t>Mark placeholder to insert image </a:t>
            </a:r>
            <a:r>
              <a:rPr lang="en-US" dirty="0"/>
              <a:t>using the Insert tab – Pictures or from Templafy</a:t>
            </a:r>
            <a:endParaRPr lang="en-US"/>
          </a:p>
          <a:p>
            <a:endParaRPr lang="en-US" dirty="0"/>
          </a:p>
        </p:txBody>
      </p:sp>
      <p:sp>
        <p:nvSpPr>
          <p:cNvPr id="14" name="Text Placeholder logo">
            <a:extLst>
              <a:ext uri="{FF2B5EF4-FFF2-40B4-BE49-F238E27FC236}">
                <a16:creationId xmlns:a16="http://schemas.microsoft.com/office/drawing/2014/main" id="{F1CD8122-E16A-4EEC-B42A-6AF75D6661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000" y="5878800"/>
            <a:ext cx="2617200" cy="3276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 dirty="0"/>
              <a:t>.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654050"/>
            <a:ext cx="10485800" cy="802800"/>
          </a:xfrm>
        </p:spPr>
        <p:txBody>
          <a:bodyPr anchor="b" anchorCtr="0"/>
          <a:lstStyle>
            <a:lvl1pPr algn="l">
              <a:defRPr sz="6000"/>
            </a:lvl1pPr>
          </a:lstStyle>
          <a:p>
            <a:r>
              <a:rPr lang="en-US" dirty="0"/>
              <a:t>Headline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4687200"/>
            <a:ext cx="10485800" cy="828000"/>
          </a:xfrm>
        </p:spPr>
        <p:txBody>
          <a:bodyPr/>
          <a:lstStyle>
            <a:lvl1pPr marL="0" indent="0" algn="l">
              <a:spcBef>
                <a:spcPts val="0"/>
              </a:spcBef>
              <a:buFont typeface="Verdana" panose="020B0604030504040204" pitchFamily="34" charset="0"/>
              <a:buChar char="​"/>
              <a:defRPr sz="1200"/>
            </a:lvl1pPr>
            <a:lvl2pPr marL="0" indent="0" algn="l">
              <a:buFont typeface="Verdana" panose="020B0604030504040204" pitchFamily="34" charset="0"/>
              <a:buNone/>
              <a:defRPr sz="1200">
                <a:solidFill>
                  <a:srgbClr val="333333"/>
                </a:solidFill>
              </a:defRPr>
            </a:lvl2pPr>
            <a:lvl3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3pPr>
            <a:lvl4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4pPr>
            <a:lvl5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5pPr>
            <a:lvl6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6pPr>
            <a:lvl7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7pPr>
            <a:lvl8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8pPr>
            <a:lvl9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9pPr>
          </a:lstStyle>
          <a:p>
            <a:r>
              <a:rPr lang="en-US" dirty="0"/>
              <a:t>Subtitle</a:t>
            </a:r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D5CAD49-96B5-43EE-877D-1641596EA5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1555529"/>
            <a:ext cx="10485800" cy="1476000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lang="en-US" sz="6000" kern="1200" spc="-20" baseline="0" dirty="0" smtClean="0">
                <a:solidFill>
                  <a:srgbClr val="333333"/>
                </a:solidFill>
                <a:latin typeface="+mj-lt"/>
                <a:ea typeface="+mj-ea"/>
                <a:cs typeface="+mj-cs"/>
              </a:defRPr>
            </a:lvl1pPr>
            <a:lvl2pPr marL="144000" indent="0" algn="l" defTabSz="9144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lang="en-US" sz="6000" kern="1200" spc="-20" baseline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</a:lstStyle>
          <a:p>
            <a:pPr lvl="0"/>
            <a:r>
              <a:rPr lang="en-US" dirty="0"/>
              <a:t>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7538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itle slide dark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6" hidden="1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9BED15FA-6EE8-4B82-A537-F53ACAF84CA4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Background">
            <a:extLst>
              <a:ext uri="{FF2B5EF4-FFF2-40B4-BE49-F238E27FC236}">
                <a16:creationId xmlns:a16="http://schemas.microsoft.com/office/drawing/2014/main" id="{22F6F34B-A8D0-4DB2-A40E-DF14A9DD8E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13" name="Picture Placeholder 1">
            <a:extLst>
              <a:ext uri="{FF2B5EF4-FFF2-40B4-BE49-F238E27FC236}">
                <a16:creationId xmlns:a16="http://schemas.microsoft.com/office/drawing/2014/main" id="{28407CFA-12E8-4EE0-A351-546A2BCBA9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3200" cy="6861600"/>
          </a:xfrm>
          <a:solidFill>
            <a:srgbClr val="F9F9F7"/>
          </a:solidFill>
        </p:spPr>
        <p:txBody>
          <a:bodyPr lIns="72000" tIns="72000"/>
          <a:lstStyle>
            <a:lvl1pPr marL="0" indent="0" algn="l">
              <a:spcAft>
                <a:spcPts val="0"/>
              </a:spcAft>
              <a:buNone/>
              <a:defRPr sz="1600"/>
            </a:lvl1pPr>
          </a:lstStyle>
          <a:p>
            <a:r>
              <a:rPr lang="en-US" noProof="0" dirty="0"/>
              <a:t>Mark placeholder to insert image </a:t>
            </a:r>
            <a:r>
              <a:rPr lang="en-US" dirty="0"/>
              <a:t>using the Insert tab – Pictures or from Templafy</a:t>
            </a:r>
            <a:endParaRPr lang="en-US"/>
          </a:p>
          <a:p>
            <a:endParaRPr lang="en-US" dirty="0"/>
          </a:p>
        </p:txBody>
      </p:sp>
      <p:sp>
        <p:nvSpPr>
          <p:cNvPr id="14" name="Text Placeholder logo">
            <a:extLst>
              <a:ext uri="{FF2B5EF4-FFF2-40B4-BE49-F238E27FC236}">
                <a16:creationId xmlns:a16="http://schemas.microsoft.com/office/drawing/2014/main" id="{E32549A6-0448-4926-86D9-B6AD75A15EC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000" y="5878658"/>
            <a:ext cx="2617200" cy="3276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 dirty="0"/>
              <a:t>.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654050"/>
            <a:ext cx="10485800" cy="802800"/>
          </a:xfrm>
        </p:spPr>
        <p:txBody>
          <a:bodyPr anchor="b" anchorCtr="0"/>
          <a:lstStyle>
            <a:lvl1pPr algn="l">
              <a:defRPr sz="6000"/>
            </a:lvl1pPr>
          </a:lstStyle>
          <a:p>
            <a:r>
              <a:rPr lang="en-US" dirty="0"/>
              <a:t>Headline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4687200"/>
            <a:ext cx="10485800" cy="828000"/>
          </a:xfrm>
        </p:spPr>
        <p:txBody>
          <a:bodyPr/>
          <a:lstStyle>
            <a:lvl1pPr marL="0" indent="0" algn="l">
              <a:spcBef>
                <a:spcPts val="0"/>
              </a:spcBef>
              <a:buFont typeface="Verdana" panose="020B0604030504040204" pitchFamily="34" charset="0"/>
              <a:buChar char="​"/>
              <a:defRPr sz="1200">
                <a:solidFill>
                  <a:schemeClr val="bg1"/>
                </a:solidFill>
              </a:defRPr>
            </a:lvl1pPr>
            <a:lvl2pPr marL="0" indent="0" algn="l">
              <a:buFont typeface="Verdana" panose="020B0604030504040204" pitchFamily="34" charset="0"/>
              <a:buNone/>
              <a:defRPr sz="1200">
                <a:solidFill>
                  <a:srgbClr val="333333"/>
                </a:solidFill>
              </a:defRPr>
            </a:lvl2pPr>
            <a:lvl3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3pPr>
            <a:lvl4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4pPr>
            <a:lvl5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5pPr>
            <a:lvl6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6pPr>
            <a:lvl7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7pPr>
            <a:lvl8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8pPr>
            <a:lvl9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9pPr>
          </a:lstStyle>
          <a:p>
            <a:r>
              <a:rPr lang="en-US" dirty="0"/>
              <a:t>Subtitle</a:t>
            </a:r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D5CAD49-96B5-43EE-877D-1641596EA5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1555531"/>
            <a:ext cx="10485800" cy="1476000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lang="en-US" sz="6000" kern="1200" spc="-2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144000" indent="0" algn="l" defTabSz="9144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lang="en-US" sz="6000" kern="1200" spc="-20" baseline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</a:lstStyle>
          <a:p>
            <a:pPr lvl="0"/>
            <a:r>
              <a:rPr lang="en-US" dirty="0"/>
              <a:t>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518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16="http://schemas.microsoft.com/office/drawing/2014/main" xmlns:a14="http://schemas.microsoft.com/office/drawing/2010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6" hidden="1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4C6B010D-12BA-4529-B692-206652452F2C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Background">
            <a:extLst>
              <a:ext uri="{FF2B5EF4-FFF2-40B4-BE49-F238E27FC236}">
                <a16:creationId xmlns:a16="http://schemas.microsoft.com/office/drawing/2014/main" id="{22F6F34B-A8D0-4DB2-A40E-DF14A9DD8E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654049"/>
            <a:ext cx="10485800" cy="804214"/>
          </a:xfrm>
        </p:spPr>
        <p:txBody>
          <a:bodyPr anchor="b" anchorCtr="0"/>
          <a:lstStyle>
            <a:lvl1pPr algn="l">
              <a:defRPr sz="6000"/>
            </a:lvl1pPr>
          </a:lstStyle>
          <a:p>
            <a:r>
              <a:rPr lang="en-US" dirty="0"/>
              <a:t>Headline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4687200"/>
            <a:ext cx="10485800" cy="828000"/>
          </a:xfrm>
        </p:spPr>
        <p:txBody>
          <a:bodyPr/>
          <a:lstStyle>
            <a:lvl1pPr marL="0" indent="0" algn="l">
              <a:spcBef>
                <a:spcPts val="0"/>
              </a:spcBef>
              <a:buFont typeface="Verdana" panose="020B0604030504040204" pitchFamily="34" charset="0"/>
              <a:buChar char="​"/>
              <a:defRPr sz="1200"/>
            </a:lvl1pPr>
            <a:lvl2pPr marL="0" indent="0" algn="l">
              <a:buFont typeface="Verdana" panose="020B0604030504040204" pitchFamily="34" charset="0"/>
              <a:buNone/>
              <a:defRPr sz="1200">
                <a:solidFill>
                  <a:srgbClr val="333333"/>
                </a:solidFill>
              </a:defRPr>
            </a:lvl2pPr>
            <a:lvl3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3pPr>
            <a:lvl4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4pPr>
            <a:lvl5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5pPr>
            <a:lvl6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6pPr>
            <a:lvl7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7pPr>
            <a:lvl8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8pPr>
            <a:lvl9pPr marL="0" indent="0" algn="l">
              <a:buFont typeface="Verdana" panose="020B0604030504040204" pitchFamily="34" charset="0"/>
              <a:buChar char="​"/>
              <a:defRPr sz="1200">
                <a:solidFill>
                  <a:srgbClr val="333333"/>
                </a:solidFill>
              </a:defRPr>
            </a:lvl9pPr>
          </a:lstStyle>
          <a:p>
            <a:r>
              <a:rPr lang="en-US" dirty="0"/>
              <a:t>Subtitle</a:t>
            </a:r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D5CAD49-96B5-43EE-877D-1641596EA5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1555531"/>
            <a:ext cx="10485800" cy="1476000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lang="en-US" sz="6000" kern="1200" spc="-20" baseline="0" dirty="0" smtClean="0">
                <a:solidFill>
                  <a:srgbClr val="333333"/>
                </a:solidFill>
                <a:latin typeface="+mj-lt"/>
                <a:ea typeface="+mj-ea"/>
                <a:cs typeface="+mj-cs"/>
              </a:defRPr>
            </a:lvl1pPr>
            <a:lvl2pPr marL="144000" indent="0" algn="l" defTabSz="9144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lang="en-US" sz="6000" kern="1200" spc="-20" baseline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</a:lstStyle>
          <a:p>
            <a:pPr lvl="0"/>
            <a:r>
              <a:rPr lang="en-US" dirty="0"/>
              <a:t>Headline</a:t>
            </a:r>
            <a:endParaRPr lang="en-US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9BE5E2E4-C4EA-470A-9EED-5F0C8AEF39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000" y="5878800"/>
            <a:ext cx="2617200" cy="32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8171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Agenda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9998" y="654050"/>
            <a:ext cx="3583351" cy="1175446"/>
          </a:xfrm>
        </p:spPr>
        <p:txBody>
          <a:bodyPr/>
          <a:lstStyle>
            <a:lvl1pPr>
              <a:defRPr sz="4100"/>
            </a:lvl1pPr>
          </a:lstStyle>
          <a:p>
            <a:r>
              <a:rPr lang="en-US" noProof="0" dirty="0"/>
              <a:t>Click to add Agenda title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303712" y="654050"/>
            <a:ext cx="5915025" cy="5483951"/>
          </a:xfrm>
        </p:spPr>
        <p:txBody>
          <a:bodyPr tIns="54000"/>
          <a:lstStyle>
            <a:lvl1pPr marL="342900" indent="-342900"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  <a:buClr>
                <a:schemeClr val="tx2"/>
              </a:buClr>
              <a:buSzPct val="100000"/>
              <a:buFont typeface="+mj-lt"/>
              <a:buAutoNum type="arabicPeriod"/>
              <a:defRPr sz="1600" b="0">
                <a:solidFill>
                  <a:srgbClr val="333333"/>
                </a:solidFill>
              </a:defRPr>
            </a:lvl1pPr>
            <a:lvl2pPr marL="342900" indent="-342900"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  <a:buClr>
                <a:schemeClr val="tx2"/>
              </a:buClr>
              <a:buSzPct val="100000"/>
              <a:buFont typeface="+mj-lt"/>
              <a:buAutoNum type="arabicPeriod"/>
              <a:defRPr sz="1600" b="0">
                <a:solidFill>
                  <a:srgbClr val="333333"/>
                </a:solidFill>
              </a:defRPr>
            </a:lvl2pPr>
            <a:lvl3pPr marL="342900" indent="-342900"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  <a:buClr>
                <a:schemeClr val="tx2"/>
              </a:buClr>
              <a:buSzPct val="100000"/>
              <a:buFont typeface="+mj-lt"/>
              <a:buAutoNum type="arabicPeriod"/>
              <a:defRPr sz="1600" b="0">
                <a:solidFill>
                  <a:srgbClr val="333333"/>
                </a:solidFill>
              </a:defRPr>
            </a:lvl3pPr>
            <a:lvl4pPr marL="342900" indent="-342900"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  <a:buClr>
                <a:schemeClr val="tx2"/>
              </a:buClr>
              <a:buFont typeface="+mj-lt"/>
              <a:buAutoNum type="arabicPeriod"/>
              <a:defRPr sz="1600" b="0">
                <a:solidFill>
                  <a:srgbClr val="333333"/>
                </a:solidFill>
              </a:defRPr>
            </a:lvl4pPr>
            <a:lvl5pPr marL="342900" indent="-342900"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  <a:buClr>
                <a:schemeClr val="tx2"/>
              </a:buClr>
              <a:buFont typeface="+mj-lt"/>
              <a:buAutoNum type="arabicPeriod"/>
              <a:defRPr sz="1600" b="0">
                <a:solidFill>
                  <a:srgbClr val="333333"/>
                </a:solidFill>
              </a:defRPr>
            </a:lvl5pPr>
            <a:lvl6pPr marL="342900" indent="-342900"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  <a:buClr>
                <a:schemeClr val="tx2"/>
              </a:buClr>
              <a:buFont typeface="+mj-lt"/>
              <a:buAutoNum type="arabicPeriod"/>
              <a:defRPr sz="1600" b="0">
                <a:solidFill>
                  <a:srgbClr val="333333"/>
                </a:solidFill>
              </a:defRPr>
            </a:lvl6pPr>
            <a:lvl7pPr marL="342900" indent="-342900"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  <a:buClr>
                <a:schemeClr val="tx2"/>
              </a:buClr>
              <a:buFont typeface="+mj-lt"/>
              <a:buAutoNum type="arabicPeriod"/>
              <a:defRPr sz="1600" b="0">
                <a:solidFill>
                  <a:srgbClr val="333333"/>
                </a:solidFill>
              </a:defRPr>
            </a:lvl7pPr>
            <a:lvl8pPr marL="342900" indent="-342900"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  <a:buClr>
                <a:schemeClr val="tx2"/>
              </a:buClr>
              <a:buSzPct val="100000"/>
              <a:buFont typeface="+mj-lt"/>
              <a:buAutoNum type="arabicPeriod"/>
              <a:defRPr sz="1600" b="0">
                <a:solidFill>
                  <a:srgbClr val="333333"/>
                </a:solidFill>
              </a:defRPr>
            </a:lvl8pPr>
            <a:lvl9pPr marL="342900" indent="-342900"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  <a:buClr>
                <a:schemeClr val="tx2"/>
              </a:buClr>
              <a:buSzPct val="100000"/>
              <a:buFont typeface="+mj-lt"/>
              <a:buAutoNum type="arabicPeriod"/>
              <a:defRPr sz="1600" b="0">
                <a:solidFill>
                  <a:srgbClr val="333333"/>
                </a:solidFill>
              </a:defRPr>
            </a:lvl9pPr>
          </a:lstStyle>
          <a:p>
            <a:pPr lvl="0"/>
            <a:r>
              <a:rPr lang="en-US" noProof="0" dirty="0"/>
              <a:t>Click to add agenda point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006308-6883-44E5-8AC1-4EFA41DAE41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27E5059-8FC8-469D-AF5C-AED221334502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8EA59-B5DA-44FE-A987-F0BBFEED3A5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410AEC-4403-4C48-A85B-AE4CFE4111A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0254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Agenda (B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">
            <a:extLst>
              <a:ext uri="{FF2B5EF4-FFF2-40B4-BE49-F238E27FC236}">
                <a16:creationId xmlns:a16="http://schemas.microsoft.com/office/drawing/2014/main" id="{78ACD53B-260B-4FF0-BE81-47ED68F9F4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9998" y="654050"/>
            <a:ext cx="3583351" cy="1175446"/>
          </a:xfrm>
        </p:spPr>
        <p:txBody>
          <a:bodyPr/>
          <a:lstStyle>
            <a:lvl1pPr>
              <a:defRPr sz="41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add Agenda title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303712" y="654050"/>
            <a:ext cx="5915025" cy="5483951"/>
          </a:xfrm>
        </p:spPr>
        <p:txBody>
          <a:bodyPr tIns="54000"/>
          <a:lstStyle>
            <a:lvl1pPr marL="342900" indent="-342900"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  <a:buClrTx/>
              <a:buSzPct val="100000"/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1pPr>
            <a:lvl2pPr marL="342900" indent="-342900"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  <a:buClrTx/>
              <a:buSzPct val="100000"/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2pPr>
            <a:lvl3pPr marL="342900" indent="-342900"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  <a:buClrTx/>
              <a:buSzPct val="100000"/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3pPr>
            <a:lvl4pPr marL="342900" indent="-342900"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  <a:buClrTx/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4pPr>
            <a:lvl5pPr marL="342900" indent="-342900"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  <a:buClrTx/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5pPr>
            <a:lvl6pPr marL="342900" indent="-342900"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  <a:buClrTx/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6pPr>
            <a:lvl7pPr marL="342900" indent="-342900"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  <a:buClrTx/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7pPr>
            <a:lvl8pPr marL="342900" indent="-342900"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  <a:buClrTx/>
              <a:buSzPct val="100000"/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8pPr>
            <a:lvl9pPr marL="342900" indent="-342900"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  <a:buClrTx/>
              <a:buSzPct val="100000"/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 dirty="0"/>
              <a:t>Click to add agenda point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006308-6883-44E5-8AC1-4EFA41DAE41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0A79E5A-EC3D-4F9C-8449-9968B8A873CD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8EA59-B5DA-44FE-A987-F0BBFEED3A5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410AEC-4403-4C48-A85B-AE4CFE4111A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Lav dynamik">
            <a:extLst>
              <a:ext uri="{FF2B5EF4-FFF2-40B4-BE49-F238E27FC236}">
                <a16:creationId xmlns:a16="http://schemas.microsoft.com/office/drawing/2014/main" id="{BCDDD54F-FD08-428B-BC60-617D3FA993D5}"/>
              </a:ext>
            </a:extLst>
          </p:cNvPr>
          <p:cNvSpPr txBox="1"/>
          <p:nvPr userDrawn="1"/>
        </p:nvSpPr>
        <p:spPr>
          <a:xfrm>
            <a:off x="360000" y="6367354"/>
            <a:ext cx="775703" cy="2154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US" sz="700" dirty="0">
                <a:solidFill>
                  <a:schemeClr val="tx1"/>
                </a:solidFill>
              </a:rPr>
              <a:t>Ramboll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712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Click to add title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CC7FD-8EF4-43FC-BAB3-47E907F17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8F052-B495-40BE-9682-094846479C8E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C6AF5-5886-488E-94AF-540306D52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05638-6A02-4F90-BE63-DA3C1ABD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837105"/>
      </p:ext>
    </p:extLst>
  </p:cSld>
  <p:clrMapOvr>
    <a:masterClrMapping/>
  </p:clrMapOvr>
</p:sldLayout>
</file>

<file path=ppt/slideLayouts/slideLayout11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wo content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B33E8C-77AA-45CF-BAED-72698ECB867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829496"/>
            <a:ext cx="0" cy="4294800"/>
          </a:xfrm>
          <a:prstGeom prst="line">
            <a:avLst/>
          </a:prstGeom>
          <a:ln w="6350">
            <a:solidFill>
              <a:srgbClr val="B1B2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59999" y="1829496"/>
            <a:ext cx="5558400" cy="4296001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74799" y="1829496"/>
            <a:ext cx="5558400" cy="42948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  <a:p>
            <a:pPr lvl="4"/>
            <a:r>
              <a:rPr lang="en-US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54D13B6-5D47-4342-AE7D-6E53AE9D6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C9864-BFD0-4574-B370-8DFD1BF6363B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4AC3241-D38F-486C-A52D-8F4AF51C7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A9F9E2-0E4E-4885-BB6E-89C9B4A00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4077399-E20C-4E2D-ABA6-E98BC4B145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015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wo content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0D1FB72-4098-4689-9361-6F1734C49467}"/>
              </a:ext>
            </a:extLst>
          </p:cNvPr>
          <p:cNvCxnSpPr>
            <a:cxnSpLocks/>
          </p:cNvCxnSpPr>
          <p:nvPr userDrawn="1"/>
        </p:nvCxnSpPr>
        <p:spPr>
          <a:xfrm>
            <a:off x="4124325" y="1829496"/>
            <a:ext cx="0" cy="4294800"/>
          </a:xfrm>
          <a:prstGeom prst="line">
            <a:avLst/>
          </a:prstGeom>
          <a:ln w="6350">
            <a:solidFill>
              <a:srgbClr val="B1B2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59999" y="1829496"/>
            <a:ext cx="3583349" cy="4296001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03713" y="1829496"/>
            <a:ext cx="7529485" cy="42948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  <a:p>
            <a:pPr lvl="4"/>
            <a:r>
              <a:rPr lang="en-US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54D13B6-5D47-4342-AE7D-6E53AE9D6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41A0D-1A7D-4418-872D-0A573109AE3D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4AC3241-D38F-486C-A52D-8F4AF51C7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A9F9E2-0E4E-4885-BB6E-89C9B4A00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224427-B940-40D0-B905-8D8D279710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1578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wo content (C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05F7E35-11CE-4F15-B222-DEDB33EE33A5}"/>
              </a:ext>
            </a:extLst>
          </p:cNvPr>
          <p:cNvCxnSpPr>
            <a:cxnSpLocks/>
          </p:cNvCxnSpPr>
          <p:nvPr userDrawn="1"/>
        </p:nvCxnSpPr>
        <p:spPr>
          <a:xfrm>
            <a:off x="8067675" y="1829496"/>
            <a:ext cx="0" cy="4294800"/>
          </a:xfrm>
          <a:prstGeom prst="line">
            <a:avLst/>
          </a:prstGeom>
          <a:ln w="6350">
            <a:solidFill>
              <a:srgbClr val="B1B2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247063" y="1829496"/>
            <a:ext cx="3586135" cy="4296001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59999" y="1829496"/>
            <a:ext cx="7524000" cy="42948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  <a:p>
            <a:pPr lvl="4"/>
            <a:r>
              <a:rPr lang="en-US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54D13B6-5D47-4342-AE7D-6E53AE9D6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30481-804D-4542-835F-93D05E69FE5F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4AC3241-D38F-486C-A52D-8F4AF51C7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A9F9E2-0E4E-4885-BB6E-89C9B4A00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B64688-EF18-4F0E-8937-7DCB334BA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0440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682D290-910D-44B1-91A3-31A92E9BCB8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829496"/>
            <a:ext cx="0" cy="4294800"/>
          </a:xfrm>
          <a:prstGeom prst="line">
            <a:avLst/>
          </a:prstGeom>
          <a:ln w="6350">
            <a:solidFill>
              <a:srgbClr val="B1B2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0000" y="1829496"/>
            <a:ext cx="5558400" cy="4296001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C3740E63-FE5A-40EF-8F52-2CDC77D09BC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74799" y="1829496"/>
            <a:ext cx="5558400" cy="4294800"/>
          </a:xfrm>
          <a:solidFill>
            <a:srgbClr val="F9F9F7"/>
          </a:solidFill>
        </p:spPr>
        <p:txBody>
          <a:bodyPr lIns="72000" tIns="72000" anchor="t" anchorCtr="0"/>
          <a:lstStyle>
            <a:lvl1pPr marL="0" indent="0" algn="l">
              <a:spcAft>
                <a:spcPts val="0"/>
              </a:spcAft>
              <a:buNone/>
              <a:defRPr sz="1600"/>
            </a:lvl1pPr>
          </a:lstStyle>
          <a:p>
            <a:r>
              <a:rPr lang="en-US" noProof="0" dirty="0"/>
              <a:t>Mark placeholder to insert image using the Insert tab – Pictures or from Templafy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84024-A9C5-4508-AFCD-8D104EF7641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BF43399-B145-4BBC-AF2A-C9EC8B4305A6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B2F8F-9F9B-42D4-A558-CAD2544BFED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2A5FB-27BA-4F64-94C0-20040B8BCF3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537FCD8-5A4A-4089-A17B-F334A5974E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4815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5648FC-B3C8-47BD-845A-99E2EB0898EB}"/>
              </a:ext>
            </a:extLst>
          </p:cNvPr>
          <p:cNvCxnSpPr>
            <a:cxnSpLocks/>
          </p:cNvCxnSpPr>
          <p:nvPr userDrawn="1"/>
        </p:nvCxnSpPr>
        <p:spPr>
          <a:xfrm>
            <a:off x="4124325" y="1829496"/>
            <a:ext cx="0" cy="4294800"/>
          </a:xfrm>
          <a:prstGeom prst="line">
            <a:avLst/>
          </a:prstGeom>
          <a:ln w="6350">
            <a:solidFill>
              <a:srgbClr val="B1B2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244B13E-5492-434C-AF88-0302168B648A}"/>
              </a:ext>
            </a:extLst>
          </p:cNvPr>
          <p:cNvCxnSpPr>
            <a:cxnSpLocks/>
          </p:cNvCxnSpPr>
          <p:nvPr userDrawn="1"/>
        </p:nvCxnSpPr>
        <p:spPr>
          <a:xfrm>
            <a:off x="8067675" y="1829496"/>
            <a:ext cx="0" cy="4294800"/>
          </a:xfrm>
          <a:prstGeom prst="line">
            <a:avLst/>
          </a:prstGeom>
          <a:ln w="6350">
            <a:solidFill>
              <a:srgbClr val="B1B2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59998" y="1829496"/>
            <a:ext cx="3583352" cy="42948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03712" y="1829496"/>
            <a:ext cx="3582987" cy="42948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  <a:p>
            <a:pPr lvl="4"/>
            <a:r>
              <a:rPr lang="en-US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9A42D6F0-A4EA-4276-A4AC-9D1AB4342CE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47063" y="1829496"/>
            <a:ext cx="3584575" cy="42948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  <a:p>
            <a:pPr lvl="4"/>
            <a:r>
              <a:rPr lang="en-US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89D45-376E-4BB4-AF66-EBFB8157555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D74F0F3-9842-478D-99B7-277D0E19CEC9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E4065-89C1-4F31-92C2-C722F8FDD56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CBF5B00-B445-4B0E-8583-A5FF5F82E34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CB6F92-9067-4F04-94D8-F7763241FA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750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5648FC-B3C8-47BD-845A-99E2EB0898EB}"/>
              </a:ext>
            </a:extLst>
          </p:cNvPr>
          <p:cNvCxnSpPr>
            <a:cxnSpLocks/>
          </p:cNvCxnSpPr>
          <p:nvPr userDrawn="1"/>
        </p:nvCxnSpPr>
        <p:spPr>
          <a:xfrm>
            <a:off x="3134511" y="1829496"/>
            <a:ext cx="0" cy="4294800"/>
          </a:xfrm>
          <a:prstGeom prst="line">
            <a:avLst/>
          </a:prstGeom>
          <a:ln w="6350">
            <a:solidFill>
              <a:srgbClr val="B1B2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244B13E-5492-434C-AF88-0302168B648A}"/>
              </a:ext>
            </a:extLst>
          </p:cNvPr>
          <p:cNvCxnSpPr>
            <a:cxnSpLocks/>
          </p:cNvCxnSpPr>
          <p:nvPr userDrawn="1"/>
        </p:nvCxnSpPr>
        <p:spPr>
          <a:xfrm>
            <a:off x="6096050" y="1829496"/>
            <a:ext cx="0" cy="4294800"/>
          </a:xfrm>
          <a:prstGeom prst="line">
            <a:avLst/>
          </a:prstGeom>
          <a:ln w="6350">
            <a:solidFill>
              <a:srgbClr val="B1B2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7D38A04-1ABE-4166-96F7-5B391214ECCE}"/>
              </a:ext>
            </a:extLst>
          </p:cNvPr>
          <p:cNvCxnSpPr>
            <a:cxnSpLocks/>
          </p:cNvCxnSpPr>
          <p:nvPr userDrawn="1"/>
        </p:nvCxnSpPr>
        <p:spPr>
          <a:xfrm>
            <a:off x="9057588" y="1829496"/>
            <a:ext cx="0" cy="4294800"/>
          </a:xfrm>
          <a:prstGeom prst="line">
            <a:avLst/>
          </a:prstGeom>
          <a:ln w="6350">
            <a:solidFill>
              <a:srgbClr val="B1B2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59998" y="1829496"/>
            <a:ext cx="2595600" cy="42948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319198" y="1829496"/>
            <a:ext cx="2595600" cy="42948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  <a:p>
            <a:pPr lvl="4"/>
            <a:r>
              <a:rPr lang="en-US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9A42D6F0-A4EA-4276-A4AC-9D1AB4342CE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78398" y="1829496"/>
            <a:ext cx="2595600" cy="42948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  <a:p>
            <a:pPr lvl="4"/>
            <a:r>
              <a:rPr lang="en-US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 dirty="0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C11E749-AE1E-4399-8F9B-3CD1A336BEF6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9237599" y="1829496"/>
            <a:ext cx="2595600" cy="42948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  <a:p>
            <a:pPr lvl="4"/>
            <a:r>
              <a:rPr lang="en-US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89D45-376E-4BB4-AF66-EBFB8157555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33B4BAF-2B92-4850-839C-D15349852EB5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E4065-89C1-4F31-92C2-C722F8FDD56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CBF5B00-B445-4B0E-8583-A5FF5F82E34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BD53E-C155-468A-BF38-271FB0741E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0306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5648FC-B3C8-47BD-845A-99E2EB0898EB}"/>
              </a:ext>
            </a:extLst>
          </p:cNvPr>
          <p:cNvCxnSpPr>
            <a:cxnSpLocks/>
          </p:cNvCxnSpPr>
          <p:nvPr userDrawn="1"/>
        </p:nvCxnSpPr>
        <p:spPr>
          <a:xfrm>
            <a:off x="3134511" y="1829496"/>
            <a:ext cx="0" cy="4294800"/>
          </a:xfrm>
          <a:prstGeom prst="line">
            <a:avLst/>
          </a:prstGeom>
          <a:ln w="6350">
            <a:solidFill>
              <a:srgbClr val="B1B2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244B13E-5492-434C-AF88-0302168B648A}"/>
              </a:ext>
            </a:extLst>
          </p:cNvPr>
          <p:cNvCxnSpPr>
            <a:cxnSpLocks/>
          </p:cNvCxnSpPr>
          <p:nvPr userDrawn="1"/>
        </p:nvCxnSpPr>
        <p:spPr>
          <a:xfrm>
            <a:off x="6096050" y="1829496"/>
            <a:ext cx="0" cy="4294800"/>
          </a:xfrm>
          <a:prstGeom prst="line">
            <a:avLst/>
          </a:prstGeom>
          <a:ln w="6350">
            <a:solidFill>
              <a:srgbClr val="B1B2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7D38A04-1ABE-4166-96F7-5B391214ECCE}"/>
              </a:ext>
            </a:extLst>
          </p:cNvPr>
          <p:cNvCxnSpPr>
            <a:cxnSpLocks/>
          </p:cNvCxnSpPr>
          <p:nvPr userDrawn="1"/>
        </p:nvCxnSpPr>
        <p:spPr>
          <a:xfrm>
            <a:off x="9057588" y="1829496"/>
            <a:ext cx="0" cy="4294800"/>
          </a:xfrm>
          <a:prstGeom prst="line">
            <a:avLst/>
          </a:prstGeom>
          <a:ln w="6350">
            <a:solidFill>
              <a:srgbClr val="B1B2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DE9F99B-72CE-4388-A07E-16E4FCA34B0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8775" y="3883843"/>
            <a:ext cx="2595600" cy="2240732"/>
          </a:xfrm>
        </p:spPr>
        <p:txBody>
          <a:bodyPr/>
          <a:lstStyle/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  <a:p>
            <a:pPr lvl="4"/>
            <a:r>
              <a:rPr lang="en-US" dirty="0"/>
              <a:t>Fifth level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84BEEF-AC3D-4E0F-9E5A-7B1D1E9410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18383" y="3883843"/>
            <a:ext cx="2595600" cy="2240732"/>
          </a:xfrm>
        </p:spPr>
        <p:txBody>
          <a:bodyPr/>
          <a:lstStyle/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  <a:p>
            <a:pPr lvl="4"/>
            <a:r>
              <a:rPr lang="en-US" dirty="0"/>
              <a:t>Fifth level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E32555A-FE40-40E8-A71D-91AFA7E977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7991" y="3883843"/>
            <a:ext cx="2595600" cy="2240732"/>
          </a:xfrm>
        </p:spPr>
        <p:txBody>
          <a:bodyPr/>
          <a:lstStyle/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  <a:p>
            <a:pPr lvl="4"/>
            <a:r>
              <a:rPr lang="en-US" dirty="0"/>
              <a:t>Fifth level</a:t>
            </a:r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3477BD4-C018-4A4A-A1E7-1BDA53EDD0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37599" y="3883843"/>
            <a:ext cx="2595600" cy="2240732"/>
          </a:xfrm>
        </p:spPr>
        <p:txBody>
          <a:bodyPr/>
          <a:lstStyle/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  <a:p>
            <a:pPr lvl="4"/>
            <a:r>
              <a:rPr lang="en-US" dirty="0"/>
              <a:t>Fifth level</a:t>
            </a:r>
            <a:endParaRPr lang="en-US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E78D1B62-08BD-49AB-8756-078500D8179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59998" y="1829496"/>
            <a:ext cx="2595600" cy="1894092"/>
          </a:xfrm>
          <a:solidFill>
            <a:srgbClr val="F9F9F7"/>
          </a:solidFill>
        </p:spPr>
        <p:txBody>
          <a:bodyPr lIns="72000" tIns="72000" anchor="t" anchorCtr="0"/>
          <a:lstStyle>
            <a:lvl1pPr marL="0" indent="0" algn="l">
              <a:spcAft>
                <a:spcPts val="0"/>
              </a:spcAft>
              <a:buNone/>
              <a:defRPr sz="1200"/>
            </a:lvl1pPr>
          </a:lstStyle>
          <a:p>
            <a:r>
              <a:rPr lang="en-US" noProof="0" dirty="0"/>
              <a:t>Mark placeholder to insert image using the Insert tab – Pictures or from Templafy</a:t>
            </a:r>
            <a:endParaRPr lang="en-US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27E426B3-007C-4DCD-B395-04C274D4842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319198" y="1829496"/>
            <a:ext cx="2595600" cy="1894092"/>
          </a:xfrm>
          <a:solidFill>
            <a:srgbClr val="F9F9F7"/>
          </a:solidFill>
        </p:spPr>
        <p:txBody>
          <a:bodyPr lIns="72000" tIns="72000" anchor="t" anchorCtr="0"/>
          <a:lstStyle>
            <a:lvl1pPr marL="0" indent="0" algn="l">
              <a:spcAft>
                <a:spcPts val="0"/>
              </a:spcAft>
              <a:buNone/>
              <a:defRPr sz="1200"/>
            </a:lvl1pPr>
          </a:lstStyle>
          <a:p>
            <a:r>
              <a:rPr lang="en-US" noProof="0" dirty="0"/>
              <a:t>Mark placeholder to insert image using the Insert tab – Pictures or from Templafy</a:t>
            </a:r>
            <a:endParaRPr lang="en-US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D826721D-67F8-4284-AA9F-4B3CCE1F525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278398" y="1829496"/>
            <a:ext cx="2595600" cy="1894092"/>
          </a:xfrm>
          <a:solidFill>
            <a:srgbClr val="F9F9F7"/>
          </a:solidFill>
        </p:spPr>
        <p:txBody>
          <a:bodyPr lIns="72000" tIns="72000" anchor="t" anchorCtr="0"/>
          <a:lstStyle>
            <a:lvl1pPr marL="0" indent="0" algn="l">
              <a:spcAft>
                <a:spcPts val="0"/>
              </a:spcAft>
              <a:buNone/>
              <a:defRPr sz="1200"/>
            </a:lvl1pPr>
          </a:lstStyle>
          <a:p>
            <a:r>
              <a:rPr lang="en-US" noProof="0" dirty="0"/>
              <a:t>Mark placeholder to insert image using the Insert tab – Pictures or from Templafy</a:t>
            </a:r>
            <a:endParaRPr lang="en-US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11DEFE19-EE06-43A9-A968-EE248DB75F7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237599" y="1829496"/>
            <a:ext cx="2595600" cy="1894092"/>
          </a:xfrm>
          <a:solidFill>
            <a:srgbClr val="F9F9F7"/>
          </a:solidFill>
        </p:spPr>
        <p:txBody>
          <a:bodyPr lIns="72000" tIns="72000" anchor="t" anchorCtr="0"/>
          <a:lstStyle>
            <a:lvl1pPr marL="0" indent="0" algn="l">
              <a:spcAft>
                <a:spcPts val="0"/>
              </a:spcAft>
              <a:buNone/>
              <a:defRPr sz="1200"/>
            </a:lvl1pPr>
          </a:lstStyle>
          <a:p>
            <a:r>
              <a:rPr lang="en-US" noProof="0" dirty="0"/>
              <a:t>Mark placeholder to insert image using the Insert tab – Pictures or from Templafy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89D45-376E-4BB4-AF66-EBFB8157555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B5352C5-81EC-4100-8EF4-0409291AC406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E4065-89C1-4F31-92C2-C722F8FDD56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CBF5B00-B445-4B0E-8583-A5FF5F82E34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37A819-D59E-4FB0-B4D8-4B50F3690A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1685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wo content cyan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5B4101BC-2F6D-4C7D-BAF1-B5E98F520306}"/>
              </a:ext>
            </a:extLst>
          </p:cNvPr>
          <p:cNvSpPr/>
          <p:nvPr userDrawn="1"/>
        </p:nvSpPr>
        <p:spPr>
          <a:xfrm>
            <a:off x="8250000" y="0"/>
            <a:ext cx="3942000" cy="686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59999" y="1829496"/>
            <a:ext cx="7524000" cy="4296001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620504" y="654050"/>
            <a:ext cx="3211693" cy="54702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  <a:p>
            <a:pPr lvl="4"/>
            <a:r>
              <a:rPr lang="en-US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54D13B6-5D47-4342-AE7D-6E53AE9D6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A4F6F59-6CB3-4166-9CD8-0F5BCD967261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4AC3241-D38F-486C-A52D-8F4AF51C7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43964" y="6438798"/>
            <a:ext cx="6540034" cy="144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A9F9E2-0E4E-4885-BB6E-89C9B4A00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2E1FB56-AB97-4B01-A917-7353F37994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654010"/>
            <a:ext cx="7523999" cy="938253"/>
          </a:xfrm>
        </p:spPr>
        <p:txBody>
          <a:bodyPr/>
          <a:lstStyle/>
          <a:p>
            <a:r>
              <a:rPr lang="en-US" noProof="0" dirty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208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wo content cyan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5B4101BC-2F6D-4C7D-BAF1-B5E98F520306}"/>
              </a:ext>
            </a:extLst>
          </p:cNvPr>
          <p:cNvSpPr/>
          <p:nvPr userDrawn="1"/>
        </p:nvSpPr>
        <p:spPr>
          <a:xfrm>
            <a:off x="0" y="0"/>
            <a:ext cx="3942000" cy="686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97496" y="654050"/>
            <a:ext cx="7524000" cy="938213"/>
          </a:xfrm>
        </p:spPr>
        <p:txBody>
          <a:bodyPr/>
          <a:lstStyle/>
          <a:p>
            <a:r>
              <a:rPr lang="en-US" noProof="0" dirty="0"/>
              <a:t>Click to add title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297496" y="1829496"/>
            <a:ext cx="7524000" cy="4296001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60000" y="654050"/>
            <a:ext cx="3211693" cy="54702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  <a:p>
            <a:pPr lvl="4"/>
            <a:r>
              <a:rPr lang="en-US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19C5DF7-AA05-44B8-878C-85AD93C7E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EA19-5171-4127-A28C-C6D875C2D7D4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44664D2-EB52-4A0B-B455-1050F47E9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3713" y="6438798"/>
            <a:ext cx="5916287" cy="144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C95586C-4D9B-49BB-B75A-228B73D2F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Lav dynamik">
            <a:extLst>
              <a:ext uri="{FF2B5EF4-FFF2-40B4-BE49-F238E27FC236}">
                <a16:creationId xmlns:a16="http://schemas.microsoft.com/office/drawing/2014/main" id="{09BBAAE4-B138-434A-AB2B-8751F2BDF242}"/>
              </a:ext>
            </a:extLst>
          </p:cNvPr>
          <p:cNvSpPr txBox="1"/>
          <p:nvPr userDrawn="1"/>
        </p:nvSpPr>
        <p:spPr>
          <a:xfrm>
            <a:off x="360000" y="6367354"/>
            <a:ext cx="775703" cy="2154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Ramboll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9635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hree content cyan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0F3B86-9DC3-4846-A1AC-7D66924C2E85}"/>
              </a:ext>
            </a:extLst>
          </p:cNvPr>
          <p:cNvCxnSpPr>
            <a:cxnSpLocks/>
          </p:cNvCxnSpPr>
          <p:nvPr userDrawn="1"/>
        </p:nvCxnSpPr>
        <p:spPr>
          <a:xfrm>
            <a:off x="4125981" y="1829775"/>
            <a:ext cx="0" cy="4294800"/>
          </a:xfrm>
          <a:prstGeom prst="line">
            <a:avLst/>
          </a:prstGeom>
          <a:ln w="6350">
            <a:solidFill>
              <a:srgbClr val="B1B2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Background">
            <a:extLst>
              <a:ext uri="{FF2B5EF4-FFF2-40B4-BE49-F238E27FC236}">
                <a16:creationId xmlns:a16="http://schemas.microsoft.com/office/drawing/2014/main" id="{5B4101BC-2F6D-4C7D-BAF1-B5E98F520306}"/>
              </a:ext>
            </a:extLst>
          </p:cNvPr>
          <p:cNvSpPr/>
          <p:nvPr userDrawn="1"/>
        </p:nvSpPr>
        <p:spPr>
          <a:xfrm>
            <a:off x="8250000" y="0"/>
            <a:ext cx="3942000" cy="686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59998" y="1829496"/>
            <a:ext cx="3589200" cy="4296001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5573133-6D27-4CF6-9680-4BBF4FB964A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94799" y="1829496"/>
            <a:ext cx="3589200" cy="4296001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620504" y="654050"/>
            <a:ext cx="3211693" cy="54702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  <a:p>
            <a:pPr lvl="4"/>
            <a:r>
              <a:rPr lang="en-US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54D13B6-5D47-4342-AE7D-6E53AE9D6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AA3F283-0871-412B-8A65-5C27135FA311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4AC3241-D38F-486C-A52D-8F4AF51C7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43964" y="6438798"/>
            <a:ext cx="6540032" cy="144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A9F9E2-0E4E-4885-BB6E-89C9B4A00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DB260E7-5145-4D60-B0FD-D666309BC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654010"/>
            <a:ext cx="7523997" cy="938253"/>
          </a:xfrm>
        </p:spPr>
        <p:txBody>
          <a:bodyPr/>
          <a:lstStyle/>
          <a:p>
            <a:r>
              <a:rPr lang="en-US" noProof="0" dirty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1627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hree content cyan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0F3B86-9DC3-4846-A1AC-7D66924C2E85}"/>
              </a:ext>
            </a:extLst>
          </p:cNvPr>
          <p:cNvCxnSpPr>
            <a:cxnSpLocks/>
          </p:cNvCxnSpPr>
          <p:nvPr userDrawn="1"/>
        </p:nvCxnSpPr>
        <p:spPr>
          <a:xfrm>
            <a:off x="8067982" y="1829775"/>
            <a:ext cx="0" cy="4294800"/>
          </a:xfrm>
          <a:prstGeom prst="line">
            <a:avLst/>
          </a:prstGeom>
          <a:ln w="6350">
            <a:solidFill>
              <a:srgbClr val="B1B2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Background">
            <a:extLst>
              <a:ext uri="{FF2B5EF4-FFF2-40B4-BE49-F238E27FC236}">
                <a16:creationId xmlns:a16="http://schemas.microsoft.com/office/drawing/2014/main" id="{5B4101BC-2F6D-4C7D-BAF1-B5E98F520306}"/>
              </a:ext>
            </a:extLst>
          </p:cNvPr>
          <p:cNvSpPr/>
          <p:nvPr userDrawn="1"/>
        </p:nvSpPr>
        <p:spPr>
          <a:xfrm>
            <a:off x="0" y="0"/>
            <a:ext cx="3942000" cy="686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02000" y="654050"/>
            <a:ext cx="7524000" cy="938213"/>
          </a:xfrm>
        </p:spPr>
        <p:txBody>
          <a:bodyPr/>
          <a:lstStyle/>
          <a:p>
            <a:r>
              <a:rPr lang="en-US" noProof="0" dirty="0"/>
              <a:t>Click to add title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01999" y="1829496"/>
            <a:ext cx="3589198" cy="4296001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60000" y="654050"/>
            <a:ext cx="3211693" cy="54702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  <a:p>
            <a:pPr lvl="4"/>
            <a:r>
              <a:rPr lang="en-US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5573133-6D27-4CF6-9680-4BBF4FB964A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51198" y="1829496"/>
            <a:ext cx="3582001" cy="4296001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AAB6B10-3B1D-4A83-ABAF-2B5A7A4DE68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67BCEC0-92C2-4FF9-A782-344903368E13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90EB1FC-C5EB-4C51-82E0-EA7BDC127E1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03713" y="6438798"/>
            <a:ext cx="5916287" cy="144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B3EF062-88CB-43A8-9F24-FA8FE9948D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Lav dynamik">
            <a:extLst>
              <a:ext uri="{FF2B5EF4-FFF2-40B4-BE49-F238E27FC236}">
                <a16:creationId xmlns:a16="http://schemas.microsoft.com/office/drawing/2014/main" id="{1107FA97-AB49-4F73-B2DC-C8F68A25BF4B}"/>
              </a:ext>
            </a:extLst>
          </p:cNvPr>
          <p:cNvSpPr txBox="1"/>
          <p:nvPr userDrawn="1"/>
        </p:nvSpPr>
        <p:spPr>
          <a:xfrm>
            <a:off x="360000" y="6367354"/>
            <a:ext cx="775703" cy="2154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Ramboll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65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wo content pebble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5B4101BC-2F6D-4C7D-BAF1-B5E98F520306}"/>
              </a:ext>
            </a:extLst>
          </p:cNvPr>
          <p:cNvSpPr/>
          <p:nvPr userDrawn="1"/>
        </p:nvSpPr>
        <p:spPr>
          <a:xfrm>
            <a:off x="8250000" y="0"/>
            <a:ext cx="3942000" cy="6861600"/>
          </a:xfrm>
          <a:prstGeom prst="rect">
            <a:avLst/>
          </a:prstGeom>
          <a:solidFill>
            <a:srgbClr val="E3E1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9999" y="654050"/>
            <a:ext cx="7524000" cy="938213"/>
          </a:xfrm>
        </p:spPr>
        <p:txBody>
          <a:bodyPr/>
          <a:lstStyle/>
          <a:p>
            <a:r>
              <a:rPr lang="en-US" noProof="0" dirty="0"/>
              <a:t>Click to add title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59999" y="1829496"/>
            <a:ext cx="7524000" cy="4296001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620504" y="654050"/>
            <a:ext cx="3211693" cy="5470246"/>
          </a:xfrm>
        </p:spPr>
        <p:txBody>
          <a:bodyPr/>
          <a:lstStyle>
            <a:lvl1pPr>
              <a:defRPr>
                <a:solidFill>
                  <a:srgbClr val="333333"/>
                </a:solidFill>
              </a:defRPr>
            </a:lvl1pPr>
            <a:lvl2pPr>
              <a:defRPr>
                <a:solidFill>
                  <a:srgbClr val="333333"/>
                </a:solidFill>
              </a:defRPr>
            </a:lvl2pPr>
            <a:lvl3pPr>
              <a:defRPr>
                <a:solidFill>
                  <a:srgbClr val="333333"/>
                </a:solidFill>
              </a:defRPr>
            </a:lvl3pPr>
            <a:lvl4pPr>
              <a:defRPr>
                <a:solidFill>
                  <a:srgbClr val="333333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rgbClr val="333333"/>
                </a:solidFill>
              </a:defRPr>
            </a:lvl7pPr>
            <a:lvl8pPr>
              <a:defRPr>
                <a:solidFill>
                  <a:srgbClr val="333333"/>
                </a:solidFill>
              </a:defRPr>
            </a:lvl8pPr>
            <a:lvl9pPr>
              <a:defRPr>
                <a:solidFill>
                  <a:srgbClr val="333333"/>
                </a:solidFill>
              </a:defRPr>
            </a:lvl9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  <a:p>
            <a:pPr lvl="4"/>
            <a:r>
              <a:rPr lang="en-US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F0EDC-1BA0-46A5-AFF6-FF8FC3548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D1594-E68D-46B5-98E0-BADEBF2D8E2F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B3993-746A-4812-B604-1CB12E7AB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43963" y="6438798"/>
            <a:ext cx="6541200" cy="144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446710-E8D4-486F-90DE-EC9771FBA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3225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wo content pebble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5B4101BC-2F6D-4C7D-BAF1-B5E98F520306}"/>
              </a:ext>
            </a:extLst>
          </p:cNvPr>
          <p:cNvSpPr/>
          <p:nvPr userDrawn="1"/>
        </p:nvSpPr>
        <p:spPr>
          <a:xfrm>
            <a:off x="0" y="0"/>
            <a:ext cx="3942000" cy="6861600"/>
          </a:xfrm>
          <a:prstGeom prst="rect">
            <a:avLst/>
          </a:prstGeom>
          <a:solidFill>
            <a:srgbClr val="E3E1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97496" y="654050"/>
            <a:ext cx="7524000" cy="938213"/>
          </a:xfrm>
        </p:spPr>
        <p:txBody>
          <a:bodyPr/>
          <a:lstStyle/>
          <a:p>
            <a:r>
              <a:rPr lang="en-US" noProof="0" dirty="0"/>
              <a:t>Click to add title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297496" y="1829496"/>
            <a:ext cx="7524000" cy="4296001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60000" y="654050"/>
            <a:ext cx="3211693" cy="5470246"/>
          </a:xfrm>
        </p:spPr>
        <p:txBody>
          <a:bodyPr/>
          <a:lstStyle>
            <a:lvl1pPr>
              <a:defRPr>
                <a:solidFill>
                  <a:srgbClr val="333333"/>
                </a:solidFill>
              </a:defRPr>
            </a:lvl1pPr>
            <a:lvl2pPr>
              <a:defRPr>
                <a:solidFill>
                  <a:srgbClr val="333333"/>
                </a:solidFill>
              </a:defRPr>
            </a:lvl2pPr>
            <a:lvl3pPr>
              <a:defRPr>
                <a:solidFill>
                  <a:srgbClr val="333333"/>
                </a:solidFill>
              </a:defRPr>
            </a:lvl3pPr>
            <a:lvl4pPr>
              <a:defRPr>
                <a:solidFill>
                  <a:srgbClr val="333333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rgbClr val="333333"/>
                </a:solidFill>
              </a:defRPr>
            </a:lvl7pPr>
            <a:lvl8pPr>
              <a:defRPr>
                <a:solidFill>
                  <a:srgbClr val="333333"/>
                </a:solidFill>
              </a:defRPr>
            </a:lvl8pPr>
            <a:lvl9pPr>
              <a:defRPr>
                <a:solidFill>
                  <a:srgbClr val="333333"/>
                </a:solidFill>
              </a:defRPr>
            </a:lvl9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  <a:p>
            <a:pPr lvl="4"/>
            <a:r>
              <a:rPr lang="en-US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47831-B728-45B5-9E64-16620CF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A58E6-12DB-4BF0-8165-AE5E60E9367A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EB497-E060-4BFF-B186-5D99D377E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3713" y="6438798"/>
            <a:ext cx="5916287" cy="144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6DF8674-639A-429C-8B67-B36876945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Lav dynamik">
            <a:extLst>
              <a:ext uri="{FF2B5EF4-FFF2-40B4-BE49-F238E27FC236}">
                <a16:creationId xmlns:a16="http://schemas.microsoft.com/office/drawing/2014/main" id="{25BA861B-AC5B-40E5-BBC1-791F84A5A56F}"/>
              </a:ext>
            </a:extLst>
          </p:cNvPr>
          <p:cNvSpPr txBox="1"/>
          <p:nvPr userDrawn="1"/>
        </p:nvSpPr>
        <p:spPr>
          <a:xfrm>
            <a:off x="360000" y="6367354"/>
            <a:ext cx="775703" cy="2154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US" sz="700" dirty="0">
                <a:solidFill>
                  <a:schemeClr val="tx2"/>
                </a:solidFill>
              </a:rPr>
              <a:t>Ramboll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079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wo content oc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5B4101BC-2F6D-4C7D-BAF1-B5E98F520306}"/>
              </a:ext>
            </a:extLst>
          </p:cNvPr>
          <p:cNvSpPr/>
          <p:nvPr userDrawn="1"/>
        </p:nvSpPr>
        <p:spPr>
          <a:xfrm>
            <a:off x="8250000" y="0"/>
            <a:ext cx="39420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9999" y="654050"/>
            <a:ext cx="7524000" cy="938213"/>
          </a:xfrm>
        </p:spPr>
        <p:txBody>
          <a:bodyPr/>
          <a:lstStyle/>
          <a:p>
            <a:r>
              <a:rPr lang="en-US" noProof="0" dirty="0"/>
              <a:t>Click to add title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59999" y="1829496"/>
            <a:ext cx="7524000" cy="4296001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white">
          <a:xfrm>
            <a:off x="8620504" y="654050"/>
            <a:ext cx="3211693" cy="54702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  <a:p>
            <a:pPr lvl="4"/>
            <a:r>
              <a:rPr lang="en-US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F0EDC-1BA0-46A5-AFF6-FF8FC3548247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4988D6-6DD0-4C39-8AE1-A7E25B5D1BF4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B3993-746A-4812-B604-1CB12E7AB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43963" y="6438798"/>
            <a:ext cx="6541200" cy="144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446710-E8D4-486F-90DE-EC9771FBA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0541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hree content oc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5B4101BC-2F6D-4C7D-BAF1-B5E98F520306}"/>
              </a:ext>
            </a:extLst>
          </p:cNvPr>
          <p:cNvSpPr/>
          <p:nvPr userDrawn="1"/>
        </p:nvSpPr>
        <p:spPr>
          <a:xfrm>
            <a:off x="9240000" y="0"/>
            <a:ext cx="29520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9999" y="654050"/>
            <a:ext cx="8514000" cy="938213"/>
          </a:xfrm>
        </p:spPr>
        <p:txBody>
          <a:bodyPr/>
          <a:lstStyle/>
          <a:p>
            <a:r>
              <a:rPr lang="en-US" noProof="0" dirty="0"/>
              <a:t>Click to add title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59999" y="1829496"/>
            <a:ext cx="4100400" cy="4296001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white">
          <a:xfrm>
            <a:off x="9606001" y="654050"/>
            <a:ext cx="2225637" cy="54702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  <a:p>
            <a:pPr lvl="4"/>
            <a:r>
              <a:rPr lang="en-US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F0EDC-1BA0-46A5-AFF6-FF8FC3548247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7F6929-E9B5-46A3-B5E9-6150C85426CE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B3993-746A-4812-B604-1CB12E7AB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43964" y="6438798"/>
            <a:ext cx="7528571" cy="144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446710-E8D4-486F-90DE-EC9771FBA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B50B2CC-7292-40E5-983B-8C9FE3719D3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73599" y="1829496"/>
            <a:ext cx="4100400" cy="4296001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6A8F7E-A651-41D6-98A1-26DD4B538840}"/>
              </a:ext>
            </a:extLst>
          </p:cNvPr>
          <p:cNvCxnSpPr>
            <a:cxnSpLocks/>
          </p:cNvCxnSpPr>
          <p:nvPr userDrawn="1"/>
        </p:nvCxnSpPr>
        <p:spPr>
          <a:xfrm>
            <a:off x="4617221" y="1829775"/>
            <a:ext cx="0" cy="4294800"/>
          </a:xfrm>
          <a:prstGeom prst="line">
            <a:avLst/>
          </a:prstGeom>
          <a:ln w="6350">
            <a:solidFill>
              <a:srgbClr val="B1B2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8621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wo content gra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5B4101BC-2F6D-4C7D-BAF1-B5E98F520306}"/>
              </a:ext>
            </a:extLst>
          </p:cNvPr>
          <p:cNvSpPr/>
          <p:nvPr userDrawn="1"/>
        </p:nvSpPr>
        <p:spPr>
          <a:xfrm>
            <a:off x="8250000" y="0"/>
            <a:ext cx="3942000" cy="686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9999" y="654050"/>
            <a:ext cx="7524000" cy="938213"/>
          </a:xfrm>
        </p:spPr>
        <p:txBody>
          <a:bodyPr/>
          <a:lstStyle/>
          <a:p>
            <a:r>
              <a:rPr lang="en-US" noProof="0" dirty="0"/>
              <a:t>Click to add title</a:t>
            </a:r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620504" y="654050"/>
            <a:ext cx="3211693" cy="5470246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  <a:p>
            <a:pPr lvl="4"/>
            <a:r>
              <a:rPr lang="en-US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F0EDC-1BA0-46A5-AFF6-FF8FC3548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9FA29BE-106E-4609-97DE-EDE0B0C087F7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B3993-746A-4812-B604-1CB12E7AB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43963" y="6438798"/>
            <a:ext cx="6541200" cy="144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446710-E8D4-486F-90DE-EC9771FBA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44C8BD0-DD5C-4489-9629-555B91865A6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8775" y="1829496"/>
            <a:ext cx="7525224" cy="4296001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6200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hree content gra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5B4101BC-2F6D-4C7D-BAF1-B5E98F520306}"/>
              </a:ext>
            </a:extLst>
          </p:cNvPr>
          <p:cNvSpPr/>
          <p:nvPr userDrawn="1"/>
        </p:nvSpPr>
        <p:spPr>
          <a:xfrm>
            <a:off x="9240000" y="0"/>
            <a:ext cx="2952000" cy="686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9999" y="654050"/>
            <a:ext cx="8514000" cy="938213"/>
          </a:xfrm>
        </p:spPr>
        <p:txBody>
          <a:bodyPr/>
          <a:lstStyle/>
          <a:p>
            <a:r>
              <a:rPr lang="en-US" noProof="0" dirty="0"/>
              <a:t>Click to add title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59999" y="1829496"/>
            <a:ext cx="4100400" cy="4296001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606001" y="654050"/>
            <a:ext cx="2225637" cy="5470246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  <a:p>
            <a:pPr lvl="4"/>
            <a:r>
              <a:rPr lang="en-US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F0EDC-1BA0-46A5-AFF6-FF8FC3548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3EFAF684-C611-4113-B7D5-C3E527F22C4F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B3993-746A-4812-B604-1CB12E7AB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43963" y="6438798"/>
            <a:ext cx="7527600" cy="144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446710-E8D4-486F-90DE-EC9771FBA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EF9E6FF-7726-40A8-94EA-A29CB944A47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73599" y="1829496"/>
            <a:ext cx="4100400" cy="4296001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180825-6800-4756-8533-D472E6030F49}"/>
              </a:ext>
            </a:extLst>
          </p:cNvPr>
          <p:cNvCxnSpPr>
            <a:cxnSpLocks/>
          </p:cNvCxnSpPr>
          <p:nvPr userDrawn="1"/>
        </p:nvCxnSpPr>
        <p:spPr>
          <a:xfrm>
            <a:off x="4617221" y="1829775"/>
            <a:ext cx="0" cy="4294800"/>
          </a:xfrm>
          <a:prstGeom prst="line">
            <a:avLst/>
          </a:prstGeom>
          <a:ln w="6350">
            <a:solidFill>
              <a:srgbClr val="B1B2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8306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6" hidden="1">
            <a:extLst>
              <a:ext uri="{FF2B5EF4-FFF2-40B4-BE49-F238E27FC236}">
                <a16:creationId xmlns:a16="http://schemas.microsoft.com/office/drawing/2014/main" id="{756EBC4B-94DD-497B-89B0-BFABB76B7F8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C4B04AE4-03BB-4174-AD21-7567A4C959F4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10" name="Slide Number Placeholder 10" hidden="1">
            <a:extLst>
              <a:ext uri="{FF2B5EF4-FFF2-40B4-BE49-F238E27FC236}">
                <a16:creationId xmlns:a16="http://schemas.microsoft.com/office/drawing/2014/main" id="{278ED99F-3EB8-45AB-B54D-DDBD71FB06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9999" y="654050"/>
            <a:ext cx="7524000" cy="938213"/>
          </a:xfrm>
        </p:spPr>
        <p:txBody>
          <a:bodyPr/>
          <a:lstStyle/>
          <a:p>
            <a:r>
              <a:rPr lang="en-US" noProof="0" dirty="0"/>
              <a:t>Click to add title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0000" y="1829496"/>
            <a:ext cx="7524000" cy="4296001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C42D2E8-535A-4E76-941E-2AB83D872AB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250000" y="0"/>
            <a:ext cx="3942000" cy="6858000"/>
          </a:xfrm>
          <a:solidFill>
            <a:srgbClr val="F9F9F7"/>
          </a:solidFill>
        </p:spPr>
        <p:txBody>
          <a:bodyPr lIns="72000" tIns="72000" rIns="72000" anchor="t" anchorCtr="0"/>
          <a:lstStyle>
            <a:lvl1pPr marL="0" indent="0" algn="l">
              <a:spcAft>
                <a:spcPts val="0"/>
              </a:spcAft>
              <a:buNone/>
              <a:defRPr sz="1600"/>
            </a:lvl1pPr>
          </a:lstStyle>
          <a:p>
            <a:r>
              <a:rPr lang="en-US" noProof="0" dirty="0"/>
              <a:t>Mark placeholder to insert image using the Insert tab – Pictures or from Templafy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B3993-746A-4812-B604-1CB12E7AB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43963" y="6438798"/>
            <a:ext cx="6542737" cy="144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9202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734AB29C-AE28-49BA-8CB9-70E6E1E173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3942000" cy="6858000"/>
          </a:xfrm>
          <a:solidFill>
            <a:srgbClr val="F9F9F7"/>
          </a:solidFill>
        </p:spPr>
        <p:txBody>
          <a:bodyPr lIns="72000" tIns="72000" rIns="72000" anchor="t" anchorCtr="0"/>
          <a:lstStyle>
            <a:lvl1pPr marL="0" indent="0" algn="l">
              <a:spcAft>
                <a:spcPts val="0"/>
              </a:spcAft>
              <a:buNone/>
              <a:defRPr sz="1600"/>
            </a:lvl1pPr>
          </a:lstStyle>
          <a:p>
            <a:r>
              <a:rPr lang="en-US" noProof="0" dirty="0"/>
              <a:t>Mark placeholder to insert image using the Insert tab – Pictures or from Templafy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97496" y="654050"/>
            <a:ext cx="7524000" cy="936000"/>
          </a:xfrm>
        </p:spPr>
        <p:txBody>
          <a:bodyPr/>
          <a:lstStyle/>
          <a:p>
            <a:r>
              <a:rPr lang="en-US" noProof="0" dirty="0"/>
              <a:t>Click to add title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297496" y="1829496"/>
            <a:ext cx="7524000" cy="4296001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7DB29-13FA-4B09-A099-DDC9A23701C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A46E679-721E-4A44-A034-B3833441D488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73E84-2C35-47EE-9E5D-0C16556B1C9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303713" y="6438798"/>
            <a:ext cx="5916287" cy="144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A470A-F824-4C76-B4D6-585485AA2DE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505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8">
          <p15:clr>
            <a:srgbClr val="FBAE40"/>
          </p15:clr>
        </p15:guide>
        <p15:guide id="2" pos="248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Content and image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6" hidden="1">
            <a:extLst>
              <a:ext uri="{FF2B5EF4-FFF2-40B4-BE49-F238E27FC236}">
                <a16:creationId xmlns:a16="http://schemas.microsoft.com/office/drawing/2014/main" id="{B362E88C-9EAD-4C11-BE6B-5CB3B41E802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F6C1ADEE-7B52-423A-9878-0398FEFAF71F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9" name="Slide Number Placeholder 10" hidden="1">
            <a:extLst>
              <a:ext uri="{FF2B5EF4-FFF2-40B4-BE49-F238E27FC236}">
                <a16:creationId xmlns:a16="http://schemas.microsoft.com/office/drawing/2014/main" id="{42646B51-B8EC-41E6-905C-2EA91C894C8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734AB29C-AE28-49BA-8CB9-70E6E1E173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90800" y="0"/>
            <a:ext cx="6901200" cy="6858000"/>
          </a:xfrm>
          <a:solidFill>
            <a:srgbClr val="F9F9F7"/>
          </a:solidFill>
        </p:spPr>
        <p:txBody>
          <a:bodyPr lIns="72000" tIns="72000" rIns="72000" anchor="t" anchorCtr="0"/>
          <a:lstStyle>
            <a:lvl1pPr marL="0" indent="0" algn="l">
              <a:spcAft>
                <a:spcPts val="0"/>
              </a:spcAft>
              <a:buNone/>
              <a:defRPr sz="1600"/>
            </a:lvl1pPr>
          </a:lstStyle>
          <a:p>
            <a:r>
              <a:rPr lang="en-US" noProof="0" dirty="0"/>
              <a:t>Mark placeholder to insert image using the Insert tab – Pictures or from Templafy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654051"/>
            <a:ext cx="4573774" cy="2349448"/>
          </a:xfrm>
        </p:spPr>
        <p:txBody>
          <a:bodyPr/>
          <a:lstStyle>
            <a:lvl1pPr>
              <a:lnSpc>
                <a:spcPct val="91000"/>
              </a:lnSpc>
              <a:defRPr sz="4100"/>
            </a:lvl1pPr>
          </a:lstStyle>
          <a:p>
            <a:r>
              <a:rPr lang="en-US" noProof="0" dirty="0"/>
              <a:t>Click to add title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0000" y="3352800"/>
            <a:ext cx="4573774" cy="2772697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5FEECF7-4538-440F-96EA-C21501C6A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43963" y="6361043"/>
            <a:ext cx="3588036" cy="22175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563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29">
          <p15:clr>
            <a:srgbClr val="FBAE40"/>
          </p15:clr>
        </p15:guide>
        <p15:guide id="2" pos="3112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Image and content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734AB29C-AE28-49BA-8CB9-70E6E1E173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928400" cy="6858000"/>
          </a:xfrm>
          <a:solidFill>
            <a:srgbClr val="F9F9F7"/>
          </a:solidFill>
        </p:spPr>
        <p:txBody>
          <a:bodyPr lIns="72000" tIns="72000" rIns="72000" anchor="t" anchorCtr="0"/>
          <a:lstStyle>
            <a:lvl1pPr marL="0" indent="0" algn="l">
              <a:spcAft>
                <a:spcPts val="0"/>
              </a:spcAft>
              <a:buNone/>
              <a:defRPr sz="1600"/>
            </a:lvl1pPr>
          </a:lstStyle>
          <a:p>
            <a:r>
              <a:rPr lang="en-US" noProof="0" dirty="0"/>
              <a:t>Mark placeholder to insert image using the Insert tab – Pictures or from Templafy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89755" y="654051"/>
            <a:ext cx="6531741" cy="2349448"/>
          </a:xfrm>
        </p:spPr>
        <p:txBody>
          <a:bodyPr/>
          <a:lstStyle>
            <a:lvl1pPr>
              <a:lnSpc>
                <a:spcPct val="91000"/>
              </a:lnSpc>
              <a:defRPr sz="4100"/>
            </a:lvl1pPr>
          </a:lstStyle>
          <a:p>
            <a:r>
              <a:rPr lang="en-US" noProof="0" dirty="0"/>
              <a:t>Click to add title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289755" y="3352800"/>
            <a:ext cx="6531741" cy="2772697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54FEB-C389-4653-B226-8CADC584E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FD627AC-F023-4E38-BBE2-8CC6A4B15F9B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3BFA0-A0B2-46DF-BB77-1FCE2156E1B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89755" y="6438798"/>
            <a:ext cx="4930245" cy="144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52393-FFA4-4674-9424-10C04085B84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981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29">
          <p15:clr>
            <a:srgbClr val="FBAE40"/>
          </p15:clr>
        </p15:guide>
        <p15:guide id="2" pos="310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wo content and image key message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35C0182F-ADAB-42FE-8E3F-6E031EAC24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791AE312-9C38-4B88-A1BD-03872F0FCB4A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16" name="Slide Number Placeholder 10" hidden="1">
            <a:extLst>
              <a:ext uri="{FF2B5EF4-FFF2-40B4-BE49-F238E27FC236}">
                <a16:creationId xmlns:a16="http://schemas.microsoft.com/office/drawing/2014/main" id="{1B428ADB-22C2-4C2B-9198-91AE2BA16AF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Background">
            <a:extLst>
              <a:ext uri="{FF2B5EF4-FFF2-40B4-BE49-F238E27FC236}">
                <a16:creationId xmlns:a16="http://schemas.microsoft.com/office/drawing/2014/main" id="{CFA65BDB-B1EC-4EF2-BD12-F97D9D8E2041}"/>
              </a:ext>
            </a:extLst>
          </p:cNvPr>
          <p:cNvSpPr/>
          <p:nvPr userDrawn="1"/>
        </p:nvSpPr>
        <p:spPr>
          <a:xfrm>
            <a:off x="-2" y="0"/>
            <a:ext cx="6901200" cy="686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6F462CB-49C6-43D4-8FBC-ABA17853FE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901198" y="0"/>
            <a:ext cx="5290801" cy="6858000"/>
          </a:xfrm>
          <a:solidFill>
            <a:srgbClr val="F9F9F7"/>
          </a:solidFill>
        </p:spPr>
        <p:txBody>
          <a:bodyPr lIns="72000" tIns="72000" rIns="72000" anchor="t" anchorCtr="0"/>
          <a:lstStyle>
            <a:lvl1pPr marL="0" indent="0" algn="l">
              <a:spcAft>
                <a:spcPts val="0"/>
              </a:spcAft>
              <a:buNone/>
              <a:defRPr sz="1600"/>
            </a:lvl1pPr>
          </a:lstStyle>
          <a:p>
            <a:r>
              <a:rPr lang="en-US" noProof="0" dirty="0"/>
              <a:t>Mark placeholder to insert image using the Insert tab – Pictures or from Templafy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654051"/>
            <a:ext cx="6184800" cy="2349448"/>
          </a:xfrm>
        </p:spPr>
        <p:txBody>
          <a:bodyPr/>
          <a:lstStyle>
            <a:lvl1pPr>
              <a:lnSpc>
                <a:spcPct val="91000"/>
              </a:lnSpc>
              <a:defRPr sz="41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0000" y="3352800"/>
            <a:ext cx="6184800" cy="277269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5FEECF7-4538-440F-96EA-C21501C6A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43963" y="6367354"/>
            <a:ext cx="5198435" cy="2154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Lav dynamik">
            <a:extLst>
              <a:ext uri="{FF2B5EF4-FFF2-40B4-BE49-F238E27FC236}">
                <a16:creationId xmlns:a16="http://schemas.microsoft.com/office/drawing/2014/main" id="{1A0DCCFC-0F80-4FEA-BB6A-651AF6A10A44}"/>
              </a:ext>
            </a:extLst>
          </p:cNvPr>
          <p:cNvSpPr txBox="1"/>
          <p:nvPr userDrawn="1"/>
        </p:nvSpPr>
        <p:spPr>
          <a:xfrm>
            <a:off x="360000" y="6367354"/>
            <a:ext cx="775703" cy="2154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Ramboll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676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Image and two content key message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FEDDE2A4-F6B9-48F4-9D70-713FCBC801A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6F462CB-49C6-43D4-8FBC-ABA17853FE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290801" cy="6858000"/>
          </a:xfrm>
          <a:solidFill>
            <a:srgbClr val="F9F9F7"/>
          </a:solidFill>
        </p:spPr>
        <p:txBody>
          <a:bodyPr lIns="72000" tIns="72000" rIns="72000" anchor="t" anchorCtr="0"/>
          <a:lstStyle>
            <a:lvl1pPr marL="0" indent="0" algn="l">
              <a:spcAft>
                <a:spcPts val="0"/>
              </a:spcAft>
              <a:buNone/>
              <a:defRPr sz="1600"/>
            </a:lvl1pPr>
          </a:lstStyle>
          <a:p>
            <a:r>
              <a:rPr lang="en-US" noProof="0" dirty="0"/>
              <a:t>Mark placeholder to insert image using the Insert tab – Pictures or from Templafy</a:t>
            </a:r>
            <a:endParaRPr lang="en-US"/>
          </a:p>
        </p:txBody>
      </p:sp>
      <p:sp>
        <p:nvSpPr>
          <p:cNvPr id="15" name="Background">
            <a:extLst>
              <a:ext uri="{FF2B5EF4-FFF2-40B4-BE49-F238E27FC236}">
                <a16:creationId xmlns:a16="http://schemas.microsoft.com/office/drawing/2014/main" id="{CFA65BDB-B1EC-4EF2-BD12-F97D9D8E2041}"/>
              </a:ext>
            </a:extLst>
          </p:cNvPr>
          <p:cNvSpPr/>
          <p:nvPr userDrawn="1"/>
        </p:nvSpPr>
        <p:spPr>
          <a:xfrm>
            <a:off x="5290800" y="0"/>
            <a:ext cx="6901200" cy="686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50802" y="654051"/>
            <a:ext cx="6184800" cy="2349448"/>
          </a:xfrm>
        </p:spPr>
        <p:txBody>
          <a:bodyPr/>
          <a:lstStyle>
            <a:lvl1pPr>
              <a:lnSpc>
                <a:spcPct val="91000"/>
              </a:lnSpc>
              <a:defRPr sz="41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650802" y="3352800"/>
            <a:ext cx="6184800" cy="277269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71951-D21A-4AD7-B0ED-D9EDFD6FD21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8D1D58-AB37-4343-ADE9-EEBE954DF792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8F7CD-9DD3-4685-B0A9-7CE0ABF9F10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9207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wo content key message cyan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ackground">
            <a:extLst>
              <a:ext uri="{FF2B5EF4-FFF2-40B4-BE49-F238E27FC236}">
                <a16:creationId xmlns:a16="http://schemas.microsoft.com/office/drawing/2014/main" id="{CFA65BDB-B1EC-4EF2-BD12-F97D9D8E2041}"/>
              </a:ext>
            </a:extLst>
          </p:cNvPr>
          <p:cNvSpPr/>
          <p:nvPr userDrawn="1"/>
        </p:nvSpPr>
        <p:spPr>
          <a:xfrm>
            <a:off x="-2" y="0"/>
            <a:ext cx="6901200" cy="686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58225" y="654051"/>
            <a:ext cx="4563272" cy="2349448"/>
          </a:xfrm>
        </p:spPr>
        <p:txBody>
          <a:bodyPr/>
          <a:lstStyle>
            <a:lvl1pPr>
              <a:lnSpc>
                <a:spcPct val="91000"/>
              </a:lnSpc>
              <a:defRPr sz="4100"/>
            </a:lvl1pPr>
          </a:lstStyle>
          <a:p>
            <a:r>
              <a:rPr lang="en-US" noProof="0" dirty="0"/>
              <a:t>Click to add title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58225" y="3352800"/>
            <a:ext cx="4563272" cy="2772697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03407EFD-739B-433D-AABC-B74FC5DD659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60000" y="654050"/>
            <a:ext cx="6184172" cy="54702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  <a:p>
            <a:pPr lvl="4"/>
            <a:r>
              <a:rPr lang="en-US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C03372A-7FA0-487B-AC8F-173641FF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3368-26E3-4532-8FD8-7B783022E688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5FEECF7-4538-440F-96EA-C21501C6A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43963" y="6438798"/>
            <a:ext cx="5200209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04AFF32-2AA2-423E-A356-4B61B59F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Lav dynamik">
            <a:extLst>
              <a:ext uri="{FF2B5EF4-FFF2-40B4-BE49-F238E27FC236}">
                <a16:creationId xmlns:a16="http://schemas.microsoft.com/office/drawing/2014/main" id="{54F492D0-8979-441C-B481-C115B7F6449C}"/>
              </a:ext>
            </a:extLst>
          </p:cNvPr>
          <p:cNvSpPr txBox="1"/>
          <p:nvPr userDrawn="1"/>
        </p:nvSpPr>
        <p:spPr>
          <a:xfrm>
            <a:off x="360000" y="6367354"/>
            <a:ext cx="775703" cy="2154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Ramboll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856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wo content key message cyan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5B4101BC-2F6D-4C7D-BAF1-B5E98F520306}"/>
              </a:ext>
            </a:extLst>
          </p:cNvPr>
          <p:cNvSpPr/>
          <p:nvPr userDrawn="1"/>
        </p:nvSpPr>
        <p:spPr>
          <a:xfrm>
            <a:off x="-1" y="0"/>
            <a:ext cx="4303713" cy="686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654050"/>
            <a:ext cx="3584974" cy="1175446"/>
          </a:xfrm>
        </p:spPr>
        <p:txBody>
          <a:bodyPr/>
          <a:lstStyle>
            <a:lvl1pPr>
              <a:lnSpc>
                <a:spcPct val="91000"/>
              </a:lnSpc>
              <a:defRPr sz="41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0000" y="3351600"/>
            <a:ext cx="3584974" cy="27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61997" y="654050"/>
            <a:ext cx="7170004" cy="5470246"/>
          </a:xfrm>
        </p:spPr>
        <p:txBody>
          <a:bodyPr/>
          <a:lstStyle>
            <a:lvl1pPr>
              <a:defRPr>
                <a:solidFill>
                  <a:srgbClr val="333333"/>
                </a:solidFill>
              </a:defRPr>
            </a:lvl1pPr>
            <a:lvl2pPr>
              <a:defRPr>
                <a:solidFill>
                  <a:srgbClr val="333333"/>
                </a:solidFill>
              </a:defRPr>
            </a:lvl2pPr>
            <a:lvl3pPr>
              <a:defRPr>
                <a:solidFill>
                  <a:srgbClr val="333333"/>
                </a:solidFill>
              </a:defRPr>
            </a:lvl3pPr>
            <a:lvl4pPr>
              <a:defRPr>
                <a:solidFill>
                  <a:srgbClr val="333333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rgbClr val="333333"/>
                </a:solidFill>
              </a:defRPr>
            </a:lvl7pPr>
            <a:lvl8pPr>
              <a:defRPr>
                <a:solidFill>
                  <a:srgbClr val="333333"/>
                </a:solidFill>
              </a:defRPr>
            </a:lvl8pPr>
            <a:lvl9pPr>
              <a:defRPr>
                <a:solidFill>
                  <a:srgbClr val="333333"/>
                </a:solidFill>
              </a:defRPr>
            </a:lvl9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  <a:p>
            <a:pPr lvl="4"/>
            <a:r>
              <a:rPr lang="en-US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4FF4A83-F11D-4BA4-ACA2-28A4736CF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E3A26-CACC-472F-999E-6CEDC51DAFFB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6FF72C8-12DE-429B-98AC-66256B00C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61996" y="6438798"/>
            <a:ext cx="5558003" cy="144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F8271F6-50AB-44A1-9998-6F78F158F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Lav dynamik">
            <a:extLst>
              <a:ext uri="{FF2B5EF4-FFF2-40B4-BE49-F238E27FC236}">
                <a16:creationId xmlns:a16="http://schemas.microsoft.com/office/drawing/2014/main" id="{6D075D77-F3B6-4EB5-9E52-AB5745AED53F}"/>
              </a:ext>
            </a:extLst>
          </p:cNvPr>
          <p:cNvSpPr txBox="1"/>
          <p:nvPr userDrawn="1"/>
        </p:nvSpPr>
        <p:spPr>
          <a:xfrm>
            <a:off x="360000" y="6367354"/>
            <a:ext cx="775703" cy="2154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Ramboll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093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3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Image and two content key message peb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6F462CB-49C6-43D4-8FBC-ABA17853FE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290801" cy="6858000"/>
          </a:xfrm>
          <a:solidFill>
            <a:srgbClr val="F9F9F7"/>
          </a:solidFill>
        </p:spPr>
        <p:txBody>
          <a:bodyPr lIns="72000" tIns="72000" rIns="72000" anchor="t" anchorCtr="0"/>
          <a:lstStyle>
            <a:lvl1pPr marL="0" indent="0" algn="l">
              <a:spcAft>
                <a:spcPts val="0"/>
              </a:spcAft>
              <a:buNone/>
              <a:defRPr sz="1600"/>
            </a:lvl1pPr>
          </a:lstStyle>
          <a:p>
            <a:r>
              <a:rPr lang="en-US" noProof="0" dirty="0"/>
              <a:t>Mark placeholder to insert image using the Insert tab – Pictures or from Templafy</a:t>
            </a:r>
            <a:endParaRPr lang="en-US"/>
          </a:p>
        </p:txBody>
      </p:sp>
      <p:sp>
        <p:nvSpPr>
          <p:cNvPr id="15" name="Background">
            <a:extLst>
              <a:ext uri="{FF2B5EF4-FFF2-40B4-BE49-F238E27FC236}">
                <a16:creationId xmlns:a16="http://schemas.microsoft.com/office/drawing/2014/main" id="{CFA65BDB-B1EC-4EF2-BD12-F97D9D8E2041}"/>
              </a:ext>
            </a:extLst>
          </p:cNvPr>
          <p:cNvSpPr/>
          <p:nvPr userDrawn="1"/>
        </p:nvSpPr>
        <p:spPr>
          <a:xfrm>
            <a:off x="5290800" y="0"/>
            <a:ext cx="6901200" cy="6861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48399" y="654050"/>
            <a:ext cx="6184800" cy="2349449"/>
          </a:xfrm>
        </p:spPr>
        <p:txBody>
          <a:bodyPr/>
          <a:lstStyle>
            <a:lvl1pPr>
              <a:lnSpc>
                <a:spcPct val="91000"/>
              </a:lnSpc>
              <a:defRPr sz="41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648399" y="3352800"/>
            <a:ext cx="6184800" cy="2772697"/>
          </a:xfrm>
        </p:spPr>
        <p:txBody>
          <a:bodyPr/>
          <a:lstStyle>
            <a:lvl1pPr>
              <a:defRPr>
                <a:solidFill>
                  <a:srgbClr val="333333"/>
                </a:solidFill>
              </a:defRPr>
            </a:lvl1pPr>
            <a:lvl2pPr>
              <a:defRPr>
                <a:solidFill>
                  <a:srgbClr val="333333"/>
                </a:solidFill>
              </a:defRPr>
            </a:lvl2pPr>
            <a:lvl3pPr>
              <a:defRPr>
                <a:solidFill>
                  <a:srgbClr val="333333"/>
                </a:solidFill>
              </a:defRPr>
            </a:lvl3pPr>
            <a:lvl4pPr>
              <a:defRPr>
                <a:solidFill>
                  <a:srgbClr val="333333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rgbClr val="333333"/>
                </a:solidFill>
              </a:defRPr>
            </a:lvl7pPr>
            <a:lvl8pPr>
              <a:defRPr>
                <a:solidFill>
                  <a:srgbClr val="333333"/>
                </a:solidFill>
              </a:defRPr>
            </a:lvl8pPr>
            <a:lvl9pPr>
              <a:defRPr>
                <a:solidFill>
                  <a:srgbClr val="333333"/>
                </a:solidFill>
              </a:defRPr>
            </a:lvl9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C9341C1-1ACE-4D5F-954C-E2A9E304D58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23212C7-A548-4370-9C24-272889F12011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E03AEF-76B9-47EF-ADA3-08AB46B868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648399" y="6438798"/>
            <a:ext cx="4571601" cy="144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036FE6-E32E-4510-9DFD-1E158523278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627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wo content key message peb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5B4101BC-2F6D-4C7D-BAF1-B5E98F520306}"/>
              </a:ext>
            </a:extLst>
          </p:cNvPr>
          <p:cNvSpPr/>
          <p:nvPr userDrawn="1"/>
        </p:nvSpPr>
        <p:spPr>
          <a:xfrm>
            <a:off x="0" y="0"/>
            <a:ext cx="4302000" cy="6861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654050"/>
            <a:ext cx="3584974" cy="1175446"/>
          </a:xfrm>
        </p:spPr>
        <p:txBody>
          <a:bodyPr/>
          <a:lstStyle>
            <a:lvl1pPr>
              <a:lnSpc>
                <a:spcPct val="91000"/>
              </a:lnSpc>
              <a:defRPr sz="41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0000" y="3351600"/>
            <a:ext cx="3584974" cy="2772000"/>
          </a:xfrm>
        </p:spPr>
        <p:txBody>
          <a:bodyPr/>
          <a:lstStyle>
            <a:lvl1pPr>
              <a:defRPr>
                <a:solidFill>
                  <a:srgbClr val="333333"/>
                </a:solidFill>
              </a:defRPr>
            </a:lvl1pPr>
            <a:lvl2pPr>
              <a:defRPr>
                <a:solidFill>
                  <a:srgbClr val="333333"/>
                </a:solidFill>
              </a:defRPr>
            </a:lvl2pPr>
            <a:lvl3pPr>
              <a:defRPr>
                <a:solidFill>
                  <a:srgbClr val="333333"/>
                </a:solidFill>
              </a:defRPr>
            </a:lvl3pPr>
            <a:lvl4pPr>
              <a:defRPr>
                <a:solidFill>
                  <a:srgbClr val="333333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rgbClr val="333333"/>
                </a:solidFill>
              </a:defRPr>
            </a:lvl7pPr>
            <a:lvl8pPr>
              <a:defRPr>
                <a:solidFill>
                  <a:srgbClr val="333333"/>
                </a:solidFill>
              </a:defRPr>
            </a:lvl8pPr>
            <a:lvl9pPr>
              <a:defRPr>
                <a:solidFill>
                  <a:srgbClr val="333333"/>
                </a:solidFill>
              </a:defRPr>
            </a:lvl9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61997" y="654050"/>
            <a:ext cx="7170004" cy="5470246"/>
          </a:xfrm>
        </p:spPr>
        <p:txBody>
          <a:bodyPr/>
          <a:lstStyle>
            <a:lvl1pPr>
              <a:defRPr>
                <a:solidFill>
                  <a:srgbClr val="333333"/>
                </a:solidFill>
              </a:defRPr>
            </a:lvl1pPr>
            <a:lvl2pPr>
              <a:defRPr>
                <a:solidFill>
                  <a:srgbClr val="333333"/>
                </a:solidFill>
              </a:defRPr>
            </a:lvl2pPr>
            <a:lvl3pPr>
              <a:defRPr>
                <a:solidFill>
                  <a:srgbClr val="333333"/>
                </a:solidFill>
              </a:defRPr>
            </a:lvl3pPr>
            <a:lvl4pPr>
              <a:defRPr>
                <a:solidFill>
                  <a:srgbClr val="333333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rgbClr val="333333"/>
                </a:solidFill>
              </a:defRPr>
            </a:lvl7pPr>
            <a:lvl8pPr>
              <a:defRPr>
                <a:solidFill>
                  <a:srgbClr val="333333"/>
                </a:solidFill>
              </a:defRPr>
            </a:lvl8pPr>
            <a:lvl9pPr>
              <a:defRPr>
                <a:solidFill>
                  <a:srgbClr val="333333"/>
                </a:solidFill>
              </a:defRPr>
            </a:lvl9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  <a:p>
            <a:pPr lvl="4"/>
            <a:r>
              <a:rPr lang="en-US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90BD52F-5F30-4092-B6BD-BC68EBA80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3CB94-5BA6-4B5C-8025-21D6F4E52D5E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3160CC-677A-4E30-9B6F-4DD30FA62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7725" y="6438798"/>
            <a:ext cx="5562275" cy="144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BF8DDD7-7966-45A0-AD48-A99BD1B49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Lav dynamik">
            <a:extLst>
              <a:ext uri="{FF2B5EF4-FFF2-40B4-BE49-F238E27FC236}">
                <a16:creationId xmlns:a16="http://schemas.microsoft.com/office/drawing/2014/main" id="{A4A15578-12D5-4CA3-AE58-36E6DB03E8B8}"/>
              </a:ext>
            </a:extLst>
          </p:cNvPr>
          <p:cNvSpPr txBox="1"/>
          <p:nvPr userDrawn="1"/>
        </p:nvSpPr>
        <p:spPr>
          <a:xfrm>
            <a:off x="360000" y="6367354"/>
            <a:ext cx="775703" cy="2154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US" sz="700" dirty="0">
                <a:solidFill>
                  <a:schemeClr val="tx2"/>
                </a:solidFill>
              </a:rPr>
              <a:t>Ramboll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807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3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Image and two content key message oc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6F462CB-49C6-43D4-8FBC-ABA17853FE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903600" cy="6858000"/>
          </a:xfrm>
          <a:solidFill>
            <a:srgbClr val="F9F9F7"/>
          </a:solidFill>
        </p:spPr>
        <p:txBody>
          <a:bodyPr lIns="72000" tIns="72000" rIns="72000" anchor="t" anchorCtr="0"/>
          <a:lstStyle>
            <a:lvl1pPr marL="0" indent="0" algn="l">
              <a:spcAft>
                <a:spcPts val="0"/>
              </a:spcAft>
              <a:buNone/>
              <a:defRPr sz="1600"/>
            </a:lvl1pPr>
          </a:lstStyle>
          <a:p>
            <a:r>
              <a:rPr lang="en-US" noProof="0" dirty="0"/>
              <a:t>Mark placeholder to insert image using the Insert tab – Pictures or from Templafy</a:t>
            </a:r>
            <a:endParaRPr lang="en-US"/>
          </a:p>
        </p:txBody>
      </p:sp>
      <p:sp>
        <p:nvSpPr>
          <p:cNvPr id="15" name="Background">
            <a:extLst>
              <a:ext uri="{FF2B5EF4-FFF2-40B4-BE49-F238E27FC236}">
                <a16:creationId xmlns:a16="http://schemas.microsoft.com/office/drawing/2014/main" id="{CFA65BDB-B1EC-4EF2-BD12-F97D9D8E2041}"/>
              </a:ext>
            </a:extLst>
          </p:cNvPr>
          <p:cNvSpPr/>
          <p:nvPr userDrawn="1"/>
        </p:nvSpPr>
        <p:spPr>
          <a:xfrm>
            <a:off x="6903600" y="0"/>
            <a:ext cx="52884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7260312" y="654051"/>
            <a:ext cx="4575290" cy="2349448"/>
          </a:xfrm>
        </p:spPr>
        <p:txBody>
          <a:bodyPr/>
          <a:lstStyle>
            <a:lvl1pPr>
              <a:lnSpc>
                <a:spcPct val="91000"/>
              </a:lnSpc>
              <a:defRPr sz="41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white">
          <a:xfrm>
            <a:off x="7260312" y="3352800"/>
            <a:ext cx="4575290" cy="277269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71951-D21A-4AD7-B0ED-D9EDFD6FD215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white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D73515-F0A6-4B30-A688-5D4CF44B9186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0D0E1-89DD-41BB-9E30-0E38A07068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261225" y="6367354"/>
            <a:ext cx="2957513" cy="2154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8F7CD-9DD3-4685-B0A9-7CE0ABF9F10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white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4352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wo content  key message oc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5B4101BC-2F6D-4C7D-BAF1-B5E98F520306}"/>
              </a:ext>
            </a:extLst>
          </p:cNvPr>
          <p:cNvSpPr/>
          <p:nvPr userDrawn="1"/>
        </p:nvSpPr>
        <p:spPr>
          <a:xfrm>
            <a:off x="0" y="0"/>
            <a:ext cx="43020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360000" y="654051"/>
            <a:ext cx="3584974" cy="2136774"/>
          </a:xfrm>
        </p:spPr>
        <p:txBody>
          <a:bodyPr/>
          <a:lstStyle>
            <a:lvl1pPr>
              <a:lnSpc>
                <a:spcPct val="91000"/>
              </a:lnSpc>
              <a:defRPr sz="41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white">
          <a:xfrm>
            <a:off x="360000" y="3352800"/>
            <a:ext cx="3584974" cy="277269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61997" y="654050"/>
            <a:ext cx="7170004" cy="5470246"/>
          </a:xfrm>
        </p:spPr>
        <p:txBody>
          <a:bodyPr/>
          <a:lstStyle>
            <a:lvl1pPr>
              <a:defRPr>
                <a:solidFill>
                  <a:srgbClr val="333333"/>
                </a:solidFill>
              </a:defRPr>
            </a:lvl1pPr>
            <a:lvl2pPr>
              <a:defRPr>
                <a:solidFill>
                  <a:srgbClr val="333333"/>
                </a:solidFill>
              </a:defRPr>
            </a:lvl2pPr>
            <a:lvl3pPr>
              <a:defRPr>
                <a:solidFill>
                  <a:srgbClr val="333333"/>
                </a:solidFill>
              </a:defRPr>
            </a:lvl3pPr>
            <a:lvl4pPr>
              <a:defRPr>
                <a:solidFill>
                  <a:srgbClr val="333333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rgbClr val="333333"/>
                </a:solidFill>
              </a:defRPr>
            </a:lvl7pPr>
            <a:lvl8pPr>
              <a:defRPr>
                <a:solidFill>
                  <a:srgbClr val="333333"/>
                </a:solidFill>
              </a:defRPr>
            </a:lvl8pPr>
            <a:lvl9pPr>
              <a:defRPr>
                <a:solidFill>
                  <a:srgbClr val="333333"/>
                </a:solidFill>
              </a:defRPr>
            </a:lvl9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  <a:p>
            <a:pPr lvl="4"/>
            <a:r>
              <a:rPr lang="en-US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8AE0849-ADA5-4C35-BD3D-32AEC0275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065B1-CCC8-4072-99B6-C71232109F4F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1AB1FEE-9EFB-4823-A0D2-ECFD3E905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7725" y="6438798"/>
            <a:ext cx="5562275" cy="144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4A6979C-ADCB-4300-A9EA-07138DC93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Lav dynamik">
            <a:extLst>
              <a:ext uri="{FF2B5EF4-FFF2-40B4-BE49-F238E27FC236}">
                <a16:creationId xmlns:a16="http://schemas.microsoft.com/office/drawing/2014/main" id="{B1EEDA58-6175-4232-A50D-8C1F8D8DDEA6}"/>
              </a:ext>
            </a:extLst>
          </p:cNvPr>
          <p:cNvSpPr txBox="1"/>
          <p:nvPr userDrawn="1"/>
        </p:nvSpPr>
        <p:spPr>
          <a:xfrm>
            <a:off x="360000" y="6367354"/>
            <a:ext cx="775703" cy="2154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US" sz="700" dirty="0">
                <a:solidFill>
                  <a:schemeClr val="tx2"/>
                </a:solidFill>
              </a:rPr>
              <a:t>Ramboll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077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3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Image and two content key message gra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6F462CB-49C6-43D4-8FBC-ABA17853FE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903600" cy="6858000"/>
          </a:xfrm>
          <a:solidFill>
            <a:srgbClr val="F9F9F7"/>
          </a:solidFill>
        </p:spPr>
        <p:txBody>
          <a:bodyPr lIns="72000" tIns="72000" rIns="72000" anchor="t" anchorCtr="0"/>
          <a:lstStyle>
            <a:lvl1pPr marL="0" indent="0" algn="l">
              <a:spcAft>
                <a:spcPts val="0"/>
              </a:spcAft>
              <a:buNone/>
              <a:defRPr sz="1600"/>
            </a:lvl1pPr>
          </a:lstStyle>
          <a:p>
            <a:r>
              <a:rPr lang="en-US" noProof="0" dirty="0"/>
              <a:t>Mark placeholder to insert image using the Insert tab – Pictures or from Templafy</a:t>
            </a:r>
            <a:endParaRPr lang="en-US"/>
          </a:p>
        </p:txBody>
      </p:sp>
      <p:sp>
        <p:nvSpPr>
          <p:cNvPr id="15" name="Background">
            <a:extLst>
              <a:ext uri="{FF2B5EF4-FFF2-40B4-BE49-F238E27FC236}">
                <a16:creationId xmlns:a16="http://schemas.microsoft.com/office/drawing/2014/main" id="{CFA65BDB-B1EC-4EF2-BD12-F97D9D8E2041}"/>
              </a:ext>
            </a:extLst>
          </p:cNvPr>
          <p:cNvSpPr/>
          <p:nvPr userDrawn="1"/>
        </p:nvSpPr>
        <p:spPr>
          <a:xfrm>
            <a:off x="6903600" y="0"/>
            <a:ext cx="5288400" cy="686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60312" y="654051"/>
            <a:ext cx="4575290" cy="2349448"/>
          </a:xfrm>
        </p:spPr>
        <p:txBody>
          <a:bodyPr/>
          <a:lstStyle>
            <a:lvl1pPr>
              <a:lnSpc>
                <a:spcPct val="91000"/>
              </a:lnSpc>
              <a:defRPr sz="41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60312" y="3352800"/>
            <a:ext cx="4575290" cy="2772697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71951-D21A-4AD7-B0ED-D9EDFD6FD21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4C0216E3-463B-4CB8-BE43-497F498BEEEE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0D0E1-89DD-41BB-9E30-0E38A07068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253288" y="6367354"/>
            <a:ext cx="2965450" cy="215444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8F7CD-9DD3-4685-B0A9-7CE0ABF9F10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29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wo content key message gra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5B4101BC-2F6D-4C7D-BAF1-B5E98F520306}"/>
              </a:ext>
            </a:extLst>
          </p:cNvPr>
          <p:cNvSpPr/>
          <p:nvPr userDrawn="1"/>
        </p:nvSpPr>
        <p:spPr>
          <a:xfrm>
            <a:off x="0" y="0"/>
            <a:ext cx="4302000" cy="686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654051"/>
            <a:ext cx="3584974" cy="2136774"/>
          </a:xfrm>
        </p:spPr>
        <p:txBody>
          <a:bodyPr/>
          <a:lstStyle>
            <a:lvl1pPr>
              <a:lnSpc>
                <a:spcPct val="91000"/>
              </a:lnSpc>
              <a:defRPr sz="41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0000" y="3352800"/>
            <a:ext cx="3584974" cy="2772697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/>
          </a:p>
          <a:p>
            <a:pPr lvl="1"/>
            <a:r>
              <a:rPr lang="en-US" noProof="0" dirty="0"/>
              <a:t>Second level</a:t>
            </a:r>
            <a:endParaRPr lang="en-US"/>
          </a:p>
          <a:p>
            <a:pPr lvl="2"/>
            <a:r>
              <a:rPr lang="en-US" noProof="0" dirty="0"/>
              <a:t>Third level</a:t>
            </a:r>
            <a:endParaRPr lang="en-US"/>
          </a:p>
          <a:p>
            <a:pPr lvl="3"/>
            <a:r>
              <a:rPr lang="en-US" noProof="0" dirty="0"/>
              <a:t>Fourth level</a:t>
            </a:r>
            <a:endParaRPr lang="en-US"/>
          </a:p>
          <a:p>
            <a:pPr lvl="4"/>
            <a:r>
              <a:rPr lang="en-US" noProof="0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61997" y="654051"/>
            <a:ext cx="7170004" cy="5470245"/>
          </a:xfrm>
        </p:spPr>
        <p:txBody>
          <a:bodyPr/>
          <a:lstStyle>
            <a:lvl1pPr>
              <a:defRPr>
                <a:solidFill>
                  <a:srgbClr val="333333"/>
                </a:solidFill>
              </a:defRPr>
            </a:lvl1pPr>
            <a:lvl2pPr>
              <a:defRPr>
                <a:solidFill>
                  <a:srgbClr val="333333"/>
                </a:solidFill>
              </a:defRPr>
            </a:lvl2pPr>
            <a:lvl3pPr>
              <a:defRPr>
                <a:solidFill>
                  <a:srgbClr val="333333"/>
                </a:solidFill>
              </a:defRPr>
            </a:lvl3pPr>
            <a:lvl4pPr>
              <a:defRPr>
                <a:solidFill>
                  <a:srgbClr val="333333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rgbClr val="333333"/>
                </a:solidFill>
              </a:defRPr>
            </a:lvl7pPr>
            <a:lvl8pPr>
              <a:defRPr>
                <a:solidFill>
                  <a:srgbClr val="333333"/>
                </a:solidFill>
              </a:defRPr>
            </a:lvl8pPr>
            <a:lvl9pPr>
              <a:defRPr>
                <a:solidFill>
                  <a:srgbClr val="333333"/>
                </a:solidFill>
              </a:defRPr>
            </a:lvl9pPr>
          </a:lstStyle>
          <a:p>
            <a:pPr lvl="0"/>
            <a:r>
              <a:rPr lang="en-US" noProof="0" dirty="0"/>
              <a:t>Click to add text </a:t>
            </a:r>
            <a:br>
              <a:rPr lang="en-GB" noProof="0" dirty="0"/>
            </a:br>
            <a:r>
              <a:rPr lang="en-US" noProof="0" dirty="0"/>
              <a:t>Enter &amp; TAB for next text level</a:t>
            </a:r>
            <a:br>
              <a:rPr lang="en-GB" noProof="0" dirty="0"/>
            </a:br>
            <a:r>
              <a:rPr lang="en-US" noProof="0" dirty="0"/>
              <a:t>SHIFT+TAB to go back in levels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  <a:p>
            <a:pPr lvl="4"/>
            <a:r>
              <a:rPr lang="en-US" dirty="0"/>
              <a:t>Fifth level</a:t>
            </a:r>
            <a:endParaRPr lang="en-US"/>
          </a:p>
          <a:p>
            <a:pPr lvl="5"/>
            <a:r>
              <a:rPr lang="en-US" noProof="0" dirty="0"/>
              <a:t>6</a:t>
            </a:r>
            <a:endParaRPr lang="en-US"/>
          </a:p>
          <a:p>
            <a:pPr lvl="6"/>
            <a:r>
              <a:rPr lang="en-US" noProof="0" dirty="0"/>
              <a:t>7</a:t>
            </a:r>
            <a:endParaRPr lang="en-US"/>
          </a:p>
          <a:p>
            <a:pPr lvl="7"/>
            <a:r>
              <a:rPr lang="en-US" noProof="0" dirty="0"/>
              <a:t>8</a:t>
            </a:r>
            <a:endParaRPr lang="en-US"/>
          </a:p>
          <a:p>
            <a:pPr lvl="8"/>
            <a:r>
              <a:rPr lang="en-US" noProof="0" dirty="0"/>
              <a:t>9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3D33C9E-6521-4DF1-93A8-375CEAEC2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E3078-35F5-4450-8DDB-1711F663AF0B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023F77A-3C54-4C93-BB36-E29AEE7A1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61997" y="6438798"/>
            <a:ext cx="5558003" cy="144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CE16FDD-BBE2-4F3D-ADDA-ED4FA9CE9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Lav dynamik">
            <a:extLst>
              <a:ext uri="{FF2B5EF4-FFF2-40B4-BE49-F238E27FC236}">
                <a16:creationId xmlns:a16="http://schemas.microsoft.com/office/drawing/2014/main" id="{F6A1A2FD-ED95-4DEE-9A2C-FB659D867A09}"/>
              </a:ext>
            </a:extLst>
          </p:cNvPr>
          <p:cNvSpPr txBox="1"/>
          <p:nvPr userDrawn="1"/>
        </p:nvSpPr>
        <p:spPr>
          <a:xfrm>
            <a:off x="360000" y="6367354"/>
            <a:ext cx="775703" cy="2154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US" sz="700" dirty="0">
                <a:solidFill>
                  <a:schemeClr val="accent2"/>
                </a:solidFill>
              </a:rPr>
              <a:t>Ramboll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327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36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6" hidden="1">
            <a:extLst>
              <a:ext uri="{FF2B5EF4-FFF2-40B4-BE49-F238E27FC236}">
                <a16:creationId xmlns:a16="http://schemas.microsoft.com/office/drawing/2014/main" id="{B1DFE0D9-0BA4-4026-8A37-2B9467024CB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7CEE0B2-D606-4C87-BD16-18AC95AF549F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10" name="Slide Number Placeholder 10" hidden="1">
            <a:extLst>
              <a:ext uri="{FF2B5EF4-FFF2-40B4-BE49-F238E27FC236}">
                <a16:creationId xmlns:a16="http://schemas.microsoft.com/office/drawing/2014/main" id="{B99F8788-0F5A-48AA-8CA3-6BDF988C91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4D05E2D1-BF97-4F56-A04F-48768FE304D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2" name="Background">
            <a:extLst>
              <a:ext uri="{FF2B5EF4-FFF2-40B4-BE49-F238E27FC236}">
                <a16:creationId xmlns:a16="http://schemas.microsoft.com/office/drawing/2014/main" id="{AB09C097-1BD9-4120-AB83-44067D1B1490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A3ADEAA8-6B38-44C6-9245-01A3512C101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rgbClr val="F9F9F7"/>
          </a:solidFill>
        </p:spPr>
        <p:txBody>
          <a:bodyPr lIns="72000" tIns="72000" rIns="72000" anchor="t" anchorCtr="0"/>
          <a:lstStyle>
            <a:lvl1pPr marL="0" indent="0" algn="l">
              <a:spcAft>
                <a:spcPts val="0"/>
              </a:spcAft>
              <a:buNone/>
              <a:defRPr sz="1600"/>
            </a:lvl1pPr>
          </a:lstStyle>
          <a:p>
            <a:r>
              <a:rPr lang="en-US" noProof="0" dirty="0"/>
              <a:t>Mark placeholder to insert image using the Insert tab – Pictures or from Templafy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Click to add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76414"/>
      </p:ext>
    </p:extLst>
  </p:cSld>
  <p:clrMapOvr>
    <a:masterClrMapping/>
  </p:clrMapOvr>
</p:sldLayout>
</file>

<file path=ppt/slideLayouts/slideLayout4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Breaker (A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350000" y="1122363"/>
            <a:ext cx="8509963" cy="1984631"/>
          </a:xfrm>
        </p:spPr>
        <p:txBody>
          <a:bodyPr anchor="b"/>
          <a:lstStyle>
            <a:lvl1pPr algn="l"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Click to add </a:t>
            </a:r>
            <a:r>
              <a:rPr lang="en-US" dirty="0"/>
              <a:t>Breaker text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350000" y="3503718"/>
            <a:ext cx="3939550" cy="1152000"/>
          </a:xfrm>
        </p:spPr>
        <p:txBody>
          <a:bodyPr lIns="3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tabLst/>
              <a:defRPr sz="1600"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Click to add subtitle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D603A-7559-4371-ACE3-B12E20084BA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75B1503-1805-4DC5-AF6E-FDE48DB177B4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8BCD5-ACF2-4924-B2F7-A3E3F0EBD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B807C-31DA-4CEA-947C-A0D8107B0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Lav dynamik">
            <a:extLst>
              <a:ext uri="{FF2B5EF4-FFF2-40B4-BE49-F238E27FC236}">
                <a16:creationId xmlns:a16="http://schemas.microsoft.com/office/drawing/2014/main" id="{01B40D1A-C761-49C0-BCA5-BA2972BD1B0E}"/>
              </a:ext>
            </a:extLst>
          </p:cNvPr>
          <p:cNvSpPr txBox="1"/>
          <p:nvPr userDrawn="1"/>
        </p:nvSpPr>
        <p:spPr>
          <a:xfrm>
            <a:off x="360000" y="6367354"/>
            <a:ext cx="775703" cy="2154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US" sz="700" dirty="0">
                <a:solidFill>
                  <a:schemeClr val="bg2"/>
                </a:solidFill>
              </a:rPr>
              <a:t>Ramboll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8113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Breaker (B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350000" y="1122363"/>
            <a:ext cx="8509963" cy="1984631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add </a:t>
            </a:r>
            <a:r>
              <a:rPr lang="en-US" dirty="0"/>
              <a:t>Breaker text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350000" y="3503718"/>
            <a:ext cx="3939550" cy="1152000"/>
          </a:xfrm>
        </p:spPr>
        <p:txBody>
          <a:bodyPr lIns="3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tabLst/>
              <a:defRPr sz="1600"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Click to add subtitle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D603A-7559-4371-ACE3-B12E20084BA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4941B2-5F7F-4165-B2DE-D010B7A4A5F5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8BCD5-ACF2-4924-B2F7-A3E3F0EBD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B807C-31DA-4CEA-947C-A0D8107B0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Lav dynamik">
            <a:extLst>
              <a:ext uri="{FF2B5EF4-FFF2-40B4-BE49-F238E27FC236}">
                <a16:creationId xmlns:a16="http://schemas.microsoft.com/office/drawing/2014/main" id="{D556956A-96D6-4D98-8C29-19A32FDF3B33}"/>
              </a:ext>
            </a:extLst>
          </p:cNvPr>
          <p:cNvSpPr txBox="1"/>
          <p:nvPr userDrawn="1"/>
        </p:nvSpPr>
        <p:spPr>
          <a:xfrm>
            <a:off x="360000" y="6367354"/>
            <a:ext cx="775703" cy="2154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US" sz="700" dirty="0">
                <a:solidFill>
                  <a:schemeClr val="tx1"/>
                </a:solidFill>
              </a:rPr>
              <a:t>Ramboll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4012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Breaker (C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50000" y="1122363"/>
            <a:ext cx="8509963" cy="1984631"/>
          </a:xfrm>
        </p:spPr>
        <p:txBody>
          <a:bodyPr anchor="b"/>
          <a:lstStyle>
            <a:lvl1pPr algn="l">
              <a:defRPr sz="60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to add </a:t>
            </a:r>
            <a:r>
              <a:rPr lang="en-US" dirty="0"/>
              <a:t>Breaker text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50000" y="3503718"/>
            <a:ext cx="3939550" cy="1152000"/>
          </a:xfrm>
        </p:spPr>
        <p:txBody>
          <a:bodyPr lIns="3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Verdana" panose="020B0604030504040204" pitchFamily="34" charset="0"/>
              <a:buChar char="​"/>
              <a:defRPr sz="1600">
                <a:solidFill>
                  <a:schemeClr val="accent2"/>
                </a:solidFill>
              </a:defRPr>
            </a:lvl1pPr>
            <a:lvl2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tabLst/>
              <a:defRPr sz="1600"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Click to add subtitle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D603A-7559-4371-ACE3-B12E20084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E373EE1C-D19B-4EA0-9A15-DED1DEE449B9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8BCD5-ACF2-4924-B2F7-A3E3F0EBD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B807C-31DA-4CEA-947C-A0D8107B0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Lav dynamik">
            <a:extLst>
              <a:ext uri="{FF2B5EF4-FFF2-40B4-BE49-F238E27FC236}">
                <a16:creationId xmlns:a16="http://schemas.microsoft.com/office/drawing/2014/main" id="{0224D57B-23DE-43CD-A5E3-B1FD72D6C8DA}"/>
              </a:ext>
            </a:extLst>
          </p:cNvPr>
          <p:cNvSpPr txBox="1"/>
          <p:nvPr userDrawn="1"/>
        </p:nvSpPr>
        <p:spPr>
          <a:xfrm>
            <a:off x="360000" y="6367354"/>
            <a:ext cx="775703" cy="2154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US" sz="700" dirty="0">
                <a:solidFill>
                  <a:schemeClr val="accent2"/>
                </a:solidFill>
              </a:rPr>
              <a:t>Ramboll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031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Breaker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6" hidden="1">
            <a:extLst>
              <a:ext uri="{FF2B5EF4-FFF2-40B4-BE49-F238E27FC236}">
                <a16:creationId xmlns:a16="http://schemas.microsoft.com/office/drawing/2014/main" id="{7C5422F3-5F2C-463F-A5A3-46F0157D824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1466C188-1D45-4F08-8DB4-23F6002C2B91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98C6F70D-EDED-4332-A39E-FEB70236951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8" hidden="1">
            <a:extLst>
              <a:ext uri="{FF2B5EF4-FFF2-40B4-BE49-F238E27FC236}">
                <a16:creationId xmlns:a16="http://schemas.microsoft.com/office/drawing/2014/main" id="{967103C1-9540-4364-BCE9-15A87F0781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0" name="Background">
            <a:extLst>
              <a:ext uri="{FF2B5EF4-FFF2-40B4-BE49-F238E27FC236}">
                <a16:creationId xmlns:a16="http://schemas.microsoft.com/office/drawing/2014/main" id="{A870D1C3-7E2E-4C71-B669-3496D73E1AB6}"/>
              </a:ext>
            </a:extLst>
          </p:cNvPr>
          <p:cNvSpPr/>
          <p:nvPr userDrawn="1"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5D6EC3A-345A-46A8-866F-80BE98B51EA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3200" cy="6858000"/>
          </a:xfrm>
          <a:solidFill>
            <a:schemeClr val="accent6"/>
          </a:solidFill>
        </p:spPr>
        <p:txBody>
          <a:bodyPr lIns="72000" tIns="72000"/>
          <a:lstStyle>
            <a:lvl1pPr marL="0" indent="0" algn="l">
              <a:spcAft>
                <a:spcPts val="0"/>
              </a:spcAft>
              <a:buNone/>
              <a:defRPr sz="1600"/>
            </a:lvl1pPr>
          </a:lstStyle>
          <a:p>
            <a:r>
              <a:rPr lang="en-US" dirty="0"/>
              <a:t>Mark placeholder to insert image using the Insert tab – Pictures or from Templafy</a:t>
            </a:r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937409C-206B-454B-8F34-A6BF4D2A9B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50000" y="1122363"/>
            <a:ext cx="8509963" cy="1984631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add </a:t>
            </a:r>
            <a:r>
              <a:rPr lang="en-US" dirty="0"/>
              <a:t>Breaker text</a:t>
            </a:r>
            <a:endParaRPr lang="en-US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AC92615-713B-4965-8112-B0AF203E307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50000" y="3503718"/>
            <a:ext cx="3939550" cy="1152000"/>
          </a:xfrm>
        </p:spPr>
        <p:txBody>
          <a:bodyPr lIns="3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Verdana" panose="020B0604030504040204" pitchFamily="34" charset="0"/>
              <a:buChar char="​"/>
              <a:defRPr sz="160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defRPr sz="160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Verdana" panose="020B0604030504040204" pitchFamily="34" charset="0"/>
              <a:buChar char="​"/>
              <a:tabLst/>
              <a:defRPr sz="1600"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Click to add subtitle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04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Click to add title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3905E07-E31B-4F3D-8575-C55D9D889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4C8F4-6B6A-48C1-B023-792B6BA54AED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E2E6126-5A1A-4F07-8EC7-3F74BED72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FF46BFE-D75C-482A-B035-34180EC5D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783902"/>
      </p:ext>
    </p:extLst>
  </p:cSld>
  <p:clrMapOvr>
    <a:masterClrMapping/>
  </p:clrMapOvr>
</p:sldLayout>
</file>

<file path=ppt/slideLayouts/slideLayout48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D2F7A9-B0D3-418A-9805-E4833A53A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47F8E-8C20-40E4-A53C-3DA358D8C9A7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5BC24-963D-470F-A870-C18B9237C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638358-50F7-4700-A532-2128C5051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852668"/>
      </p:ext>
    </p:extLst>
  </p:cSld>
  <p:clrMapOvr>
    <a:masterClrMapping/>
  </p:clrMapOvr>
</p:sldLayout>
</file>

<file path=ppt/slideLayouts/slideLayout49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End slide (A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 hidden="1">
            <a:extLst>
              <a:ext uri="{FF2B5EF4-FFF2-40B4-BE49-F238E27FC236}">
                <a16:creationId xmlns:a16="http://schemas.microsoft.com/office/drawing/2014/main" id="{38B45A83-AD80-4AC8-A603-5DC2AFC3EB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">
                <a:noFill/>
              </a:defRPr>
            </a:lvl1pPr>
          </a:lstStyle>
          <a:p>
            <a:fld id="{8E8C12B2-0AE5-428E-985F-E18D4DA17AC7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11" name="Footer Placeholder 4" hidden="1">
            <a:extLst>
              <a:ext uri="{FF2B5EF4-FFF2-40B4-BE49-F238E27FC236}">
                <a16:creationId xmlns:a16="http://schemas.microsoft.com/office/drawing/2014/main" id="{E6681B86-2D19-4D3D-A83D-CCC19C2EC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 hidden="1">
            <a:extLst>
              <a:ext uri="{FF2B5EF4-FFF2-40B4-BE49-F238E27FC236}">
                <a16:creationId xmlns:a16="http://schemas.microsoft.com/office/drawing/2014/main" id="{454ABD19-90F9-480D-A030-70CEC9079B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V="1"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">
                <a:noFill/>
              </a:defRPr>
            </a:lvl1pPr>
          </a:lstStyle>
          <a:p>
            <a:fld id="{24C8C45C-947F-4981-8B3F-4F32E973C9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360000" y="654050"/>
            <a:ext cx="11471638" cy="938213"/>
          </a:xfrm>
        </p:spPr>
        <p:txBody>
          <a:bodyPr anchor="t" anchorCtr="0"/>
          <a:lstStyle>
            <a:lvl1pPr algn="l"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Click to add </a:t>
            </a:r>
            <a:r>
              <a:rPr lang="en-US" dirty="0"/>
              <a:t>Thank you!</a:t>
            </a: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D419BB8-DA67-44EC-8B75-16DF8EF149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359999" y="1828800"/>
            <a:ext cx="4320000" cy="56225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5pPr>
            <a:lvl6pPr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6pPr>
            <a:lvl7pPr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Name Last name</a:t>
            </a:r>
            <a:br>
              <a:rPr lang="en-GB" dirty="0"/>
            </a:br>
            <a:r>
              <a:rPr lang="en-US" dirty="0"/>
              <a:t>Job title, Department</a:t>
            </a:r>
            <a:br>
              <a:rPr lang="en-GB" dirty="0"/>
            </a:br>
            <a:r>
              <a:rPr lang="en-US" dirty="0"/>
              <a:t>e-mail</a:t>
            </a:r>
            <a:endParaRPr lang="en-US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E45963F1-9B5A-42FF-AF44-D9A92C9240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000" y="5878864"/>
            <a:ext cx="2617200" cy="32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4252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End slid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 hidden="1">
            <a:extLst>
              <a:ext uri="{FF2B5EF4-FFF2-40B4-BE49-F238E27FC236}">
                <a16:creationId xmlns:a16="http://schemas.microsoft.com/office/drawing/2014/main" id="{38B45A83-AD80-4AC8-A603-5DC2AFC3EB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">
                <a:noFill/>
              </a:defRPr>
            </a:lvl1pPr>
          </a:lstStyle>
          <a:p>
            <a:fld id="{D9DD72BF-EDEC-441F-B5D6-F68832F343C4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11" name="Footer Placeholder 4" hidden="1">
            <a:extLst>
              <a:ext uri="{FF2B5EF4-FFF2-40B4-BE49-F238E27FC236}">
                <a16:creationId xmlns:a16="http://schemas.microsoft.com/office/drawing/2014/main" id="{E6681B86-2D19-4D3D-A83D-CCC19C2EC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 hidden="1">
            <a:extLst>
              <a:ext uri="{FF2B5EF4-FFF2-40B4-BE49-F238E27FC236}">
                <a16:creationId xmlns:a16="http://schemas.microsoft.com/office/drawing/2014/main" id="{454ABD19-90F9-480D-A030-70CEC9079B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V="1"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">
                <a:noFill/>
              </a:defRPr>
            </a:lvl1pPr>
          </a:lstStyle>
          <a:p>
            <a:fld id="{24C8C45C-947F-4981-8B3F-4F32E973C9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Background">
            <a:extLst>
              <a:ext uri="{FF2B5EF4-FFF2-40B4-BE49-F238E27FC236}">
                <a16:creationId xmlns:a16="http://schemas.microsoft.com/office/drawing/2014/main" id="{6E4254E8-0058-4B51-AE94-DF452D313C5C}"/>
              </a:ext>
            </a:extLst>
          </p:cNvPr>
          <p:cNvSpPr/>
          <p:nvPr userDrawn="1"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18" name="Picture Placeholder 7">
            <a:extLst>
              <a:ext uri="{FF2B5EF4-FFF2-40B4-BE49-F238E27FC236}">
                <a16:creationId xmlns:a16="http://schemas.microsoft.com/office/drawing/2014/main" id="{6AFBD548-0737-4492-BE87-1A3682008EB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3200" cy="6858000"/>
          </a:xfrm>
          <a:solidFill>
            <a:schemeClr val="accent6"/>
          </a:solidFill>
        </p:spPr>
        <p:txBody>
          <a:bodyPr lIns="72000" tIns="72000"/>
          <a:lstStyle>
            <a:lvl1pPr marL="0" indent="0" algn="l">
              <a:spcAft>
                <a:spcPts val="0"/>
              </a:spcAft>
              <a:buNone/>
              <a:defRPr sz="1600"/>
            </a:lvl1pPr>
          </a:lstStyle>
          <a:p>
            <a:r>
              <a:rPr lang="en-US" dirty="0"/>
              <a:t>Mark placeholder to insert image using the Insert tab – Pictures or from Templafy</a:t>
            </a:r>
            <a:endParaRPr lang="en-US"/>
          </a:p>
        </p:txBody>
      </p:sp>
      <p:sp>
        <p:nvSpPr>
          <p:cNvPr id="15" name="Text Placeholder logo">
            <a:extLst>
              <a:ext uri="{FF2B5EF4-FFF2-40B4-BE49-F238E27FC236}">
                <a16:creationId xmlns:a16="http://schemas.microsoft.com/office/drawing/2014/main" id="{A2083184-4833-48EE-B693-FB3137B41BB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000" y="5878800"/>
            <a:ext cx="2617200" cy="3276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 dirty="0"/>
              <a:t>.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654050"/>
            <a:ext cx="11471638" cy="1174751"/>
          </a:xfrm>
        </p:spPr>
        <p:txBody>
          <a:bodyPr anchor="t" anchorCtr="0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add </a:t>
            </a:r>
            <a:r>
              <a:rPr lang="en-US" dirty="0"/>
              <a:t>Thank you!</a:t>
            </a:r>
            <a:endParaRPr lang="en-US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A17E5844-AA2E-48C4-91FF-39484DFE72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359999" y="1828800"/>
            <a:ext cx="4320000" cy="56225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5pPr>
            <a:lvl6pPr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6pPr>
            <a:lvl7pPr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Name Last name</a:t>
            </a:r>
            <a:br>
              <a:rPr lang="en-GB" dirty="0"/>
            </a:br>
            <a:r>
              <a:rPr lang="en-US" dirty="0"/>
              <a:t>Job title, Department</a:t>
            </a:r>
            <a:br>
              <a:rPr lang="en-GB" dirty="0"/>
            </a:br>
            <a:r>
              <a:rPr lang="en-US" dirty="0"/>
              <a:t>e-mail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176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End slide bright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 hidden="1">
            <a:extLst>
              <a:ext uri="{FF2B5EF4-FFF2-40B4-BE49-F238E27FC236}">
                <a16:creationId xmlns:a16="http://schemas.microsoft.com/office/drawing/2014/main" id="{38B45A83-AD80-4AC8-A603-5DC2AFC3EB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">
                <a:noFill/>
              </a:defRPr>
            </a:lvl1pPr>
          </a:lstStyle>
          <a:p>
            <a:fld id="{D9DD72BF-EDEC-441F-B5D6-F68832F343C4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11" name="Footer Placeholder 4" hidden="1">
            <a:extLst>
              <a:ext uri="{FF2B5EF4-FFF2-40B4-BE49-F238E27FC236}">
                <a16:creationId xmlns:a16="http://schemas.microsoft.com/office/drawing/2014/main" id="{E6681B86-2D19-4D3D-A83D-CCC19C2EC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 hidden="1">
            <a:extLst>
              <a:ext uri="{FF2B5EF4-FFF2-40B4-BE49-F238E27FC236}">
                <a16:creationId xmlns:a16="http://schemas.microsoft.com/office/drawing/2014/main" id="{454ABD19-90F9-480D-A030-70CEC9079B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V="1"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">
                <a:noFill/>
              </a:defRPr>
            </a:lvl1pPr>
          </a:lstStyle>
          <a:p>
            <a:fld id="{24C8C45C-947F-4981-8B3F-4F32E973C9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Background">
            <a:extLst>
              <a:ext uri="{FF2B5EF4-FFF2-40B4-BE49-F238E27FC236}">
                <a16:creationId xmlns:a16="http://schemas.microsoft.com/office/drawing/2014/main" id="{6E4254E8-0058-4B51-AE94-DF452D313C5C}"/>
              </a:ext>
            </a:extLst>
          </p:cNvPr>
          <p:cNvSpPr/>
          <p:nvPr userDrawn="1"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18" name="Picture Placeholder 7">
            <a:extLst>
              <a:ext uri="{FF2B5EF4-FFF2-40B4-BE49-F238E27FC236}">
                <a16:creationId xmlns:a16="http://schemas.microsoft.com/office/drawing/2014/main" id="{6AFBD548-0737-4492-BE87-1A3682008EB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3200" cy="6858000"/>
          </a:xfrm>
          <a:solidFill>
            <a:schemeClr val="accent6"/>
          </a:solidFill>
        </p:spPr>
        <p:txBody>
          <a:bodyPr lIns="72000" tIns="72000"/>
          <a:lstStyle>
            <a:lvl1pPr marL="0" indent="0" algn="l">
              <a:spcAft>
                <a:spcPts val="0"/>
              </a:spcAft>
              <a:buNone/>
              <a:defRPr sz="1600"/>
            </a:lvl1pPr>
          </a:lstStyle>
          <a:p>
            <a:r>
              <a:rPr lang="en-US" dirty="0"/>
              <a:t>Mark placeholder to insert image using the Insert tab – Pictures or from Templafy</a:t>
            </a:r>
            <a:endParaRPr lang="en-US"/>
          </a:p>
        </p:txBody>
      </p:sp>
      <p:sp>
        <p:nvSpPr>
          <p:cNvPr id="15" name="Text Placeholder logo">
            <a:extLst>
              <a:ext uri="{FF2B5EF4-FFF2-40B4-BE49-F238E27FC236}">
                <a16:creationId xmlns:a16="http://schemas.microsoft.com/office/drawing/2014/main" id="{93B5AFB1-79EB-42DA-8C67-9C34BAE10A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000" y="5878800"/>
            <a:ext cx="2617200" cy="3276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 dirty="0"/>
              <a:t>.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654050"/>
            <a:ext cx="11471638" cy="1174751"/>
          </a:xfrm>
        </p:spPr>
        <p:txBody>
          <a:bodyPr anchor="t" anchorCtr="0"/>
          <a:lstStyle>
            <a:lvl1pPr algn="l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add </a:t>
            </a:r>
            <a:r>
              <a:rPr lang="en-US" dirty="0"/>
              <a:t>Thank you!</a:t>
            </a:r>
            <a:endParaRPr lang="en-US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A17E5844-AA2E-48C4-91FF-39484DFE72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359999" y="1828800"/>
            <a:ext cx="4320000" cy="56225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333333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5pPr>
            <a:lvl6pPr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6pPr>
            <a:lvl7pPr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Name Last name</a:t>
            </a:r>
            <a:br>
              <a:rPr lang="en-GB" dirty="0"/>
            </a:br>
            <a:r>
              <a:rPr lang="en-US" dirty="0"/>
              <a:t>Job title, Department</a:t>
            </a:r>
            <a:br>
              <a:rPr lang="en-GB" dirty="0"/>
            </a:br>
            <a:r>
              <a:rPr lang="en-US" dirty="0"/>
              <a:t>e-mail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77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16="http://schemas.microsoft.com/office/drawing/2014/main" xmlns:a14="http://schemas.microsoft.com/office/drawing/2010/main" xmlns:asvg="http://schemas.microsoft.com/office/drawing/2016/SVG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End slide (B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 hidden="1">
            <a:extLst>
              <a:ext uri="{FF2B5EF4-FFF2-40B4-BE49-F238E27FC236}">
                <a16:creationId xmlns:a16="http://schemas.microsoft.com/office/drawing/2014/main" id="{38B45A83-AD80-4AC8-A603-5DC2AFC3EB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">
                <a:noFill/>
              </a:defRPr>
            </a:lvl1pPr>
          </a:lstStyle>
          <a:p>
            <a:fld id="{A6F26645-C2A2-4B76-9EB3-5D9CA57B224A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11" name="Footer Placeholder 4" hidden="1">
            <a:extLst>
              <a:ext uri="{FF2B5EF4-FFF2-40B4-BE49-F238E27FC236}">
                <a16:creationId xmlns:a16="http://schemas.microsoft.com/office/drawing/2014/main" id="{E6681B86-2D19-4D3D-A83D-CCC19C2EC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 hidden="1">
            <a:extLst>
              <a:ext uri="{FF2B5EF4-FFF2-40B4-BE49-F238E27FC236}">
                <a16:creationId xmlns:a16="http://schemas.microsoft.com/office/drawing/2014/main" id="{454ABD19-90F9-480D-A030-70CEC9079B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V="1"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">
                <a:noFill/>
              </a:defRPr>
            </a:lvl1pPr>
          </a:lstStyle>
          <a:p>
            <a:fld id="{24C8C45C-947F-4981-8B3F-4F32E973C9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0DC3440-E1C8-49D9-9C24-C57CA0F0CB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9021" y="1282751"/>
            <a:ext cx="4986000" cy="424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1371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16="http://schemas.microsoft.com/office/drawing/2014/main" xmlns:a14="http://schemas.microsoft.com/office/drawing/2010/main" xmlns:asvg="http://schemas.microsoft.com/office/drawing/2016/SVG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End slide (C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 hidden="1">
            <a:extLst>
              <a:ext uri="{FF2B5EF4-FFF2-40B4-BE49-F238E27FC236}">
                <a16:creationId xmlns:a16="http://schemas.microsoft.com/office/drawing/2014/main" id="{38B45A83-AD80-4AC8-A603-5DC2AFC3EB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">
                <a:noFill/>
              </a:defRPr>
            </a:lvl1pPr>
          </a:lstStyle>
          <a:p>
            <a:fld id="{F25BA43C-8502-4266-A056-72866794E701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11" name="Footer Placeholder 4" hidden="1">
            <a:extLst>
              <a:ext uri="{FF2B5EF4-FFF2-40B4-BE49-F238E27FC236}">
                <a16:creationId xmlns:a16="http://schemas.microsoft.com/office/drawing/2014/main" id="{E6681B86-2D19-4D3D-A83D-CCC19C2EC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 hidden="1">
            <a:extLst>
              <a:ext uri="{FF2B5EF4-FFF2-40B4-BE49-F238E27FC236}">
                <a16:creationId xmlns:a16="http://schemas.microsoft.com/office/drawing/2014/main" id="{454ABD19-90F9-480D-A030-70CEC9079B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V="1"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">
                <a:noFill/>
              </a:defRPr>
            </a:lvl1pPr>
          </a:lstStyle>
          <a:p>
            <a:fld id="{24C8C45C-947F-4981-8B3F-4F32E973C9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dirty="0" err="1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19CD149-890D-40C4-A7EE-82FC4C58D5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9021" y="1282751"/>
            <a:ext cx="4986000" cy="424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2405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User gu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D69AAB-5376-40EF-9BC8-527076D40F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05420" y="4613272"/>
            <a:ext cx="995748" cy="2065891"/>
          </a:xfrm>
          <a:prstGeom prst="rect">
            <a:avLst/>
          </a:prstGeom>
        </p:spPr>
      </p:pic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45200" y="938540"/>
            <a:ext cx="2880000" cy="5186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PICTURES</a:t>
            </a:r>
            <a:br>
              <a:rPr lang="en-GB" sz="900" dirty="0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</a:br>
            <a:r>
              <a:rPr lang="en-US" sz="900" b="1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Insert corporate picture from Templafy</a:t>
            </a:r>
            <a:endParaRPr lang="en-US" altLang="da-DK" sz="900" b="0" noProof="1">
              <a:solidFill>
                <a:srgbClr val="333333"/>
              </a:solidFill>
              <a:latin typeface="+mn-lt"/>
              <a:cs typeface="Verdan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1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1.</a:t>
            </a: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 Click the blue </a:t>
            </a:r>
            <a:r>
              <a:rPr lang="en-US" altLang="da-DK" sz="900" b="1" baseline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Templafy </a:t>
            </a:r>
            <a:r>
              <a:rPr lang="en-US" altLang="da-DK" sz="900" b="0" baseline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button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1" baseline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2. </a:t>
            </a:r>
            <a:r>
              <a:rPr lang="en-US" altLang="da-DK" sz="900" b="0" baseline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In the dropdown, click </a:t>
            </a:r>
            <a:r>
              <a:rPr lang="en-US" altLang="da-DK" sz="900" b="1" baseline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Images</a:t>
            </a:r>
            <a:r>
              <a:rPr lang="en-US" altLang="da-DK" sz="900" b="0" baseline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, or click the </a:t>
            </a:r>
            <a:r>
              <a:rPr lang="en-US" altLang="da-DK" sz="900" b="1" baseline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Images </a:t>
            </a:r>
            <a:r>
              <a:rPr lang="en-US" altLang="da-DK" sz="900" b="0" i="0" baseline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button</a:t>
            </a:r>
            <a:r>
              <a:rPr lang="en-US" altLang="da-DK" sz="900" b="0" baseline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 in the Templafy pane on the right side of the screen</a:t>
            </a:r>
            <a:endParaRPr lang="en-US" altLang="da-DK" sz="900" noProof="1">
              <a:solidFill>
                <a:srgbClr val="333333"/>
              </a:solidFill>
              <a:latin typeface="+mn-lt"/>
              <a:cs typeface="Verdan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US" altLang="da-DK" sz="900" b="0" baseline="0" noProof="1">
              <a:solidFill>
                <a:srgbClr val="333333"/>
              </a:solidFill>
              <a:latin typeface="+mn-lt"/>
              <a:cs typeface="Verdan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1" baseline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Insert picture</a:t>
            </a:r>
            <a:endParaRPr lang="en-US"/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On slides with pictureplaceholder, click on the icon and choose </a:t>
            </a:r>
            <a:r>
              <a:rPr lang="en-US" altLang="da-DK" sz="900" b="1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Insert</a:t>
            </a:r>
            <a:endParaRPr lang="en-US"/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sz="900" b="1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Crop picture</a:t>
            </a:r>
            <a:endParaRPr lang="en-US"/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1. </a:t>
            </a: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Click </a:t>
            </a:r>
            <a:r>
              <a:rPr lang="en-US" altLang="da-DK" sz="900" b="1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Crop</a:t>
            </a: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 to change size or focus of the picture</a:t>
            </a:r>
            <a:endParaRPr lang="en-US"/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2. </a:t>
            </a: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If you want to scale the picture, hold </a:t>
            </a:r>
            <a:r>
              <a:rPr lang="en-US" altLang="da-DK" sz="900" b="1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SHIFT</a:t>
            </a: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-key down while dragging the corners of the picture</a:t>
            </a:r>
            <a:br>
              <a:rPr lang="en-GB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</a:br>
            <a:endParaRPr lang="en-US" altLang="da-DK" sz="900" b="0" noProof="1">
              <a:solidFill>
                <a:srgbClr val="333333"/>
              </a:solidFill>
              <a:latin typeface="+mn-lt"/>
              <a:cs typeface="Verdana" panose="020B060403050404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HINT: </a:t>
            </a: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US" altLang="da-DK" sz="900" b="1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Send to Back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GUIDES</a:t>
            </a:r>
            <a:endParaRPr lang="en-US" sz="1600" b="1" noProof="1">
              <a:solidFill>
                <a:srgbClr val="333333"/>
              </a:solidFill>
              <a:latin typeface="+mn-lt"/>
              <a:cs typeface="Verdana" panose="020B060403050404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Click the </a:t>
            </a:r>
            <a:r>
              <a:rPr lang="en-US" altLang="da-DK" sz="900" b="1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View</a:t>
            </a: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 tab and set tick mark next to </a:t>
            </a:r>
            <a:r>
              <a:rPr lang="en-US" altLang="da-DK" sz="900" b="1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Guides</a:t>
            </a:r>
            <a:endParaRPr lang="en-US" altLang="da-DK" sz="900" b="0" noProof="1">
              <a:solidFill>
                <a:srgbClr val="333333"/>
              </a:solidFill>
              <a:latin typeface="+mn-lt"/>
              <a:cs typeface="Verdana" panose="020B060403050404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HINT: Alt + F9 </a:t>
            </a: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for quick view of guides</a:t>
            </a:r>
            <a:br>
              <a:rPr lang="en-GB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</a:br>
            <a:r>
              <a:rPr lang="en-US" altLang="da-DK" sz="900" b="1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Mac: </a:t>
            </a:r>
            <a:r>
              <a:rPr lang="en-US" sz="900" b="0" i="0" dirty="0">
                <a:solidFill>
                  <a:srgbClr val="333333"/>
                </a:solidFill>
                <a:effectLst/>
                <a:latin typeface="Verdana"/>
              </a:rPr>
              <a:t>⌘ </a:t>
            </a: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+ option + ctrl + G</a:t>
            </a:r>
            <a:endParaRPr lang="en-US"/>
          </a:p>
        </p:txBody>
      </p:sp>
      <p:grpSp>
        <p:nvGrpSpPr>
          <p:cNvPr id="26" name="Gruppe 25">
            <a:extLst>
              <a:ext uri="{FF2B5EF4-FFF2-40B4-BE49-F238E27FC236}">
                <a16:creationId xmlns:a16="http://schemas.microsoft.com/office/drawing/2014/main" id="{1E29220A-15A7-4D74-97D3-C35C0B6650BA}"/>
              </a:ext>
            </a:extLst>
          </p:cNvPr>
          <p:cNvGrpSpPr/>
          <p:nvPr userDrawn="1"/>
        </p:nvGrpSpPr>
        <p:grpSpPr>
          <a:xfrm>
            <a:off x="7209816" y="1187437"/>
            <a:ext cx="676669" cy="997704"/>
            <a:chOff x="6442771" y="2574072"/>
            <a:chExt cx="676669" cy="997704"/>
          </a:xfrm>
        </p:grpSpPr>
        <p:pic>
          <p:nvPicPr>
            <p:cNvPr id="27" name="Billede 26">
              <a:extLst>
                <a:ext uri="{FF2B5EF4-FFF2-40B4-BE49-F238E27FC236}">
                  <a16:creationId xmlns:a16="http://schemas.microsoft.com/office/drawing/2014/main" id="{3A5D5234-21E3-4579-AE5E-A650C0CF9F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6442771" y="2574072"/>
              <a:ext cx="305786" cy="365851"/>
            </a:xfrm>
            <a:prstGeom prst="rect">
              <a:avLst/>
            </a:prstGeom>
          </p:spPr>
        </p:pic>
        <p:pic>
          <p:nvPicPr>
            <p:cNvPr id="38" name="Billede 37">
              <a:extLst>
                <a:ext uri="{FF2B5EF4-FFF2-40B4-BE49-F238E27FC236}">
                  <a16:creationId xmlns:a16="http://schemas.microsoft.com/office/drawing/2014/main" id="{C18E748C-FC83-400F-9C35-D988C122801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1432" t="16308" r="2422" b="1509"/>
            <a:stretch/>
          </p:blipFill>
          <p:spPr>
            <a:xfrm>
              <a:off x="6444587" y="2943287"/>
              <a:ext cx="674853" cy="628489"/>
            </a:xfrm>
            <a:prstGeom prst="rect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</p:pic>
      </p:grpSp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51578" y="3148530"/>
            <a:ext cx="313788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345647" y="938540"/>
            <a:ext cx="2880000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HEADER &amp; FOOTER</a:t>
            </a:r>
            <a:endParaRPr lang="en-US"/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Do this at the very end to apply the changes on all slides</a:t>
            </a:r>
            <a:endParaRPr lang="en-US"/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Click on </a:t>
            </a:r>
            <a:r>
              <a:rPr lang="en-US" altLang="da-DK" sz="900" b="1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Header and Footer </a:t>
            </a: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in the </a:t>
            </a:r>
            <a:r>
              <a:rPr lang="en-US" altLang="da-DK" sz="900" b="1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Insert</a:t>
            </a: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 tab (write the desired text, click date or page number from or to)</a:t>
            </a:r>
            <a:endParaRPr lang="en-US"/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Click </a:t>
            </a:r>
            <a:r>
              <a:rPr lang="en-US" altLang="da-DK" sz="900" b="1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Apply to All </a:t>
            </a: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or </a:t>
            </a:r>
            <a:r>
              <a:rPr lang="en-US" altLang="da-DK" sz="900" b="1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Apply</a:t>
            </a: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 if only used on one slide</a:t>
            </a:r>
            <a:endParaRPr lang="en-US"/>
          </a:p>
          <a:p>
            <a:pPr eaLnBrk="1" hangingPunct="1">
              <a:spcAft>
                <a:spcPts val="600"/>
              </a:spcAft>
              <a:defRPr/>
            </a:pPr>
            <a:endParaRPr lang="en-US" altLang="da-DK" sz="900" b="0" noProof="1">
              <a:solidFill>
                <a:srgbClr val="333333"/>
              </a:solidFill>
              <a:latin typeface="+mn-lt"/>
              <a:cs typeface="Verdana" panose="020B060403050404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16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COPY/PASTE CONTENT</a:t>
            </a:r>
            <a:endParaRPr lang="en-US"/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When copying old content to your new presentation, 2 options are available:</a:t>
            </a:r>
            <a:endParaRPr lang="en-US"/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1. Best practice: </a:t>
            </a: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Create a slide in your new presentation and copy </a:t>
            </a:r>
            <a:r>
              <a:rPr lang="en-US" altLang="da-DK" sz="900" b="0" i="0" u="sng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one</a:t>
            </a:r>
            <a:r>
              <a:rPr lang="en-US" altLang="da-DK" sz="900" b="0" i="0" u="none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 piece of content at a time (e.g. copy all text from </a:t>
            </a:r>
            <a:r>
              <a:rPr lang="en-US" altLang="da-DK" sz="900" b="0" i="0" u="sng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one</a:t>
            </a:r>
            <a:r>
              <a:rPr lang="en-US" altLang="da-DK" sz="900" b="0" i="0" u="none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 textbox)</a:t>
            </a:r>
            <a:endParaRPr lang="en-US" altLang="da-DK" sz="900" b="1" i="0" u="sng" noProof="1">
              <a:solidFill>
                <a:srgbClr val="333333"/>
              </a:solidFill>
              <a:latin typeface="+mn-lt"/>
              <a:cs typeface="Verdana" panose="020B060403050404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2. </a:t>
            </a: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Or copy an entire slide into your new presentation and then choose a fitting layout. Remember to delete the old, wrong layouts (go to View &gt; Slidemaster and delete them)</a:t>
            </a:r>
            <a:endParaRPr lang="en-US" altLang="da-DK" sz="900" b="1" noProof="1">
              <a:solidFill>
                <a:srgbClr val="333333"/>
              </a:solidFill>
              <a:latin typeface="+mn-lt"/>
              <a:cs typeface="Verdana" panose="020B060403050404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endParaRPr lang="en-US" altLang="da-DK" sz="900" b="0" noProof="1">
              <a:solidFill>
                <a:srgbClr val="333333"/>
              </a:solidFill>
              <a:latin typeface="+mn-lt"/>
              <a:cs typeface="Verdan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SLIDES &amp; SLIDE ELEMENTS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Insert predefined slides and elements from the Templafy button. Choose </a:t>
            </a:r>
            <a:r>
              <a:rPr lang="en-US" altLang="da-DK" sz="900" b="1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Slides</a:t>
            </a: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 and </a:t>
            </a:r>
            <a:r>
              <a:rPr lang="en-US" altLang="da-DK" sz="900" b="1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Slide elements </a:t>
            </a: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from the dropdown menu or from the buttons in the Templafy pane on the right side of the screen</a:t>
            </a:r>
            <a:endParaRPr lang="en-US" altLang="da-DK" sz="900" b="1" noProof="1">
              <a:solidFill>
                <a:srgbClr val="333333"/>
              </a:solidFill>
              <a:latin typeface="+mn-lt"/>
              <a:cs typeface="Verdana" panose="020B0604030504040204" pitchFamily="34" charset="0"/>
            </a:endParaRPr>
          </a:p>
        </p:txBody>
      </p:sp>
      <p:sp>
        <p:nvSpPr>
          <p:cNvPr id="65" name="Fast overskrift">
            <a:extLst>
              <a:ext uri="{FF2B5EF4-FFF2-40B4-BE49-F238E27FC236}">
                <a16:creationId xmlns:a16="http://schemas.microsoft.com/office/drawing/2014/main" id="{09C05D50-8477-4113-8B72-9C373B0FF9F9}"/>
              </a:ext>
            </a:extLst>
          </p:cNvPr>
          <p:cNvSpPr txBox="1"/>
          <p:nvPr userDrawn="1"/>
        </p:nvSpPr>
        <p:spPr>
          <a:xfrm>
            <a:off x="358776" y="244128"/>
            <a:ext cx="11290298" cy="6501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sz="3200" b="0" noProof="1">
                <a:solidFill>
                  <a:srgbClr val="333333"/>
                </a:solidFill>
                <a:latin typeface="+mj-lt"/>
                <a:cs typeface="Verdana" panose="020B0604030504040204" pitchFamily="34" charset="0"/>
              </a:rPr>
              <a:t>TIPS &amp; TRICKS - YOUR USER GUIDE</a:t>
            </a:r>
            <a:endParaRPr lang="en-US"/>
          </a:p>
        </p:txBody>
      </p:sp>
      <p:pic>
        <p:nvPicPr>
          <p:cNvPr id="19" name="Picture 12">
            <a:extLst>
              <a:ext uri="{FF2B5EF4-FFF2-40B4-BE49-F238E27FC236}">
                <a16:creationId xmlns:a16="http://schemas.microsoft.com/office/drawing/2014/main" id="{D59A1415-DF88-48C2-BFBD-2900D34A9A2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5883" y="1493859"/>
            <a:ext cx="378293" cy="543366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A5B220B3-5DAB-45AB-9B6A-9B7C36B5A57F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l="3901" t="45142" r="62601" b="9046"/>
          <a:stretch/>
        </p:blipFill>
        <p:spPr>
          <a:xfrm>
            <a:off x="7210077" y="2430166"/>
            <a:ext cx="341204" cy="321707"/>
          </a:xfrm>
          <a:prstGeom prst="rect">
            <a:avLst/>
          </a:prstGeom>
        </p:spPr>
      </p:pic>
      <p:pic>
        <p:nvPicPr>
          <p:cNvPr id="14" name="Picture 2" descr="C:\Users\MAV~1.SKA\AppData\Local\Temp\SNAGHTMLe48c1e.PNG">
            <a:extLst>
              <a:ext uri="{FF2B5EF4-FFF2-40B4-BE49-F238E27FC236}">
                <a16:creationId xmlns:a16="http://schemas.microsoft.com/office/drawing/2014/main" id="{F708B370-AE70-4A27-B119-8EF9D44A86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5883" y="4632457"/>
            <a:ext cx="650850" cy="973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 Box 2">
            <a:extLst>
              <a:ext uri="{FF2B5EF4-FFF2-40B4-BE49-F238E27FC236}">
                <a16:creationId xmlns:a16="http://schemas.microsoft.com/office/drawing/2014/main" id="{8B1B4749-2B7E-4474-A2D3-2B2892ADCA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5267" y="938540"/>
            <a:ext cx="2880000" cy="4555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TEXT STYLES</a:t>
            </a:r>
            <a:endParaRPr lang="en-US" altLang="da-DK" sz="1600" b="0" noProof="1">
              <a:solidFill>
                <a:srgbClr val="333333"/>
              </a:solidFill>
              <a:latin typeface="+mn-lt"/>
              <a:cs typeface="Verdana" panose="020B060403050404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Use the </a:t>
            </a:r>
            <a:r>
              <a:rPr lang="en-US" altLang="da-DK" sz="900" b="1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TAB</a:t>
            </a: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-key</a:t>
            </a:r>
            <a:r>
              <a:rPr lang="en-US" altLang="da-DK" sz="900" b="0" baseline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 to jump through levels. Click </a:t>
            </a:r>
            <a:r>
              <a:rPr lang="en-US" altLang="da-DK" sz="900" b="1" baseline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ENTER</a:t>
            </a:r>
            <a:r>
              <a:rPr lang="en-US" altLang="da-DK" sz="900" b="0" baseline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, then </a:t>
            </a:r>
            <a:r>
              <a:rPr lang="en-US" altLang="da-DK" sz="900" b="1" baseline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TAB</a:t>
            </a:r>
            <a:r>
              <a:rPr lang="en-US" altLang="da-DK" sz="900" b="0" baseline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 to switch from one level to the next level</a:t>
            </a:r>
            <a:endParaRPr lang="en-US"/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baseline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To go back in levels use </a:t>
            </a:r>
            <a:r>
              <a:rPr lang="en-US" altLang="da-DK" sz="900" b="1" baseline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SHIFT-TAB</a:t>
            </a:r>
            <a:endParaRPr lang="en-US" sz="900" b="1" noProof="1">
              <a:solidFill>
                <a:srgbClr val="333333"/>
              </a:solidFill>
              <a:latin typeface="+mn-lt"/>
              <a:cs typeface="Verdana" panose="020B060403050404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sz="90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Alternatively, </a:t>
            </a:r>
            <a:r>
              <a:rPr lang="en-US" sz="900" b="1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Increase</a:t>
            </a:r>
            <a:r>
              <a:rPr lang="en-US" sz="900" baseline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 and </a:t>
            </a:r>
            <a:r>
              <a:rPr lang="en-US" sz="900" b="1" baseline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Decrease </a:t>
            </a:r>
            <a:r>
              <a:rPr lang="en-US" sz="900" baseline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list level can be used</a:t>
            </a:r>
            <a:br>
              <a:rPr lang="en-GB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</a:br>
            <a:br>
              <a:rPr lang="en-GB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</a:br>
            <a:r>
              <a:rPr lang="en-US" sz="900" b="1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Reset slide</a:t>
            </a:r>
            <a:endParaRPr lang="en-US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US" altLang="da-DK" sz="90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Click the </a:t>
            </a:r>
            <a:r>
              <a:rPr lang="en-US" altLang="da-DK" sz="900" b="1" baseline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Reset </a:t>
            </a:r>
            <a:r>
              <a:rPr lang="en-US" altLang="da-DK" sz="90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menu to reset position, size</a:t>
            </a:r>
            <a:r>
              <a:rPr lang="en-US" altLang="da-DK" sz="900" baseline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 and formatting of the slide placeholders to their default settings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GB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</a:br>
            <a:r>
              <a:rPr lang="en-US" sz="1600" dirty="0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SLIDES &amp; LAYOUTS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Click on the menu </a:t>
            </a:r>
            <a:r>
              <a:rPr lang="en-US" altLang="da-DK" sz="900" b="1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New Slide </a:t>
            </a: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in the </a:t>
            </a:r>
            <a:r>
              <a:rPr lang="en-US" altLang="da-DK" sz="900" b="1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Home</a:t>
            </a: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 tab to insert a new slide</a:t>
            </a:r>
            <a:br>
              <a:rPr lang="en-GB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</a:br>
            <a:br>
              <a:rPr lang="en-GB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</a:br>
            <a:r>
              <a:rPr lang="en-US" altLang="da-DK" sz="900" b="1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Change layout</a:t>
            </a:r>
            <a:endParaRPr lang="en-US" altLang="da-DK" sz="900" b="0" noProof="1">
              <a:solidFill>
                <a:srgbClr val="333333"/>
              </a:solidFill>
              <a:latin typeface="+mn-lt"/>
              <a:cs typeface="Verdana" panose="020B0604030504040204" pitchFamily="34" charset="0"/>
            </a:endParaRPr>
          </a:p>
          <a:p>
            <a:pPr marL="0" indent="0">
              <a:spcAft>
                <a:spcPts val="600"/>
              </a:spcAft>
              <a:buFont typeface="+mj-lt"/>
              <a:buNone/>
            </a:pPr>
            <a:r>
              <a:rPr lang="en-US" sz="900" dirty="0">
                <a:solidFill>
                  <a:srgbClr val="333333"/>
                </a:solidFill>
                <a:latin typeface="+mn-lt"/>
                <a:ea typeface="Verdana" panose="020B0604030504040204" pitchFamily="34" charset="0"/>
              </a:rPr>
              <a:t>Click on the arrow next to </a:t>
            </a:r>
            <a:r>
              <a:rPr lang="en-US" sz="900" b="1" dirty="0">
                <a:solidFill>
                  <a:srgbClr val="333333"/>
                </a:solidFill>
                <a:latin typeface="+mn-lt"/>
                <a:ea typeface="Verdana" panose="020B0604030504040204" pitchFamily="34" charset="0"/>
              </a:rPr>
              <a:t>Layout </a:t>
            </a:r>
            <a:r>
              <a:rPr lang="en-US" sz="900" dirty="0">
                <a:solidFill>
                  <a:srgbClr val="333333"/>
                </a:solidFill>
                <a:latin typeface="+mn-lt"/>
                <a:ea typeface="Verdana" panose="020B0604030504040204" pitchFamily="34" charset="0"/>
              </a:rPr>
              <a:t>to view a dropdown menu of possible slide layouts</a:t>
            </a:r>
            <a:endParaRPr lang="en-US"/>
          </a:p>
          <a:p>
            <a:pPr marL="0" indent="0">
              <a:spcAft>
                <a:spcPts val="600"/>
              </a:spcAft>
              <a:buFont typeface="+mj-lt"/>
              <a:buNone/>
            </a:pPr>
            <a:endParaRPr lang="en-US" sz="900" dirty="0">
              <a:solidFill>
                <a:srgbClr val="333333"/>
              </a:solidFill>
              <a:latin typeface="+mn-lt"/>
              <a:ea typeface="Verdan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Color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Use </a:t>
            </a:r>
            <a:r>
              <a:rPr lang="en-US" altLang="da-DK" sz="900" b="1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Custom Colors </a:t>
            </a:r>
            <a:r>
              <a:rPr lang="en-US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  <a:t>to change color.</a:t>
            </a:r>
            <a:br>
              <a:rPr lang="en-GB" altLang="da-DK" sz="900" b="0" noProof="1">
                <a:solidFill>
                  <a:srgbClr val="333333"/>
                </a:solidFill>
                <a:latin typeface="+mn-lt"/>
                <a:cs typeface="Verdana" panose="020B0604030504040204" pitchFamily="34" charset="0"/>
              </a:rPr>
            </a:br>
            <a:endParaRPr lang="en-US" sz="900" dirty="0">
              <a:solidFill>
                <a:srgbClr val="333333"/>
              </a:solidFill>
              <a:latin typeface="+mn-lt"/>
              <a:ea typeface="Verdana" panose="020B060403050404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2B8CEB7-8718-40FB-BCC9-2AC96094B83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3183906" y="4287980"/>
            <a:ext cx="475428" cy="176762"/>
          </a:xfrm>
          <a:prstGeom prst="rect">
            <a:avLst/>
          </a:prstGeom>
        </p:spPr>
      </p:pic>
      <p:pic>
        <p:nvPicPr>
          <p:cNvPr id="29" name="Picture 16">
            <a:extLst>
              <a:ext uri="{FF2B5EF4-FFF2-40B4-BE49-F238E27FC236}">
                <a16:creationId xmlns:a16="http://schemas.microsoft.com/office/drawing/2014/main" id="{1543AAD2-58D2-4DCE-A080-AFA6A459F608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183906" y="3470985"/>
            <a:ext cx="328881" cy="505501"/>
          </a:xfrm>
          <a:prstGeom prst="rect">
            <a:avLst/>
          </a:prstGeom>
        </p:spPr>
      </p:pic>
      <p:pic>
        <p:nvPicPr>
          <p:cNvPr id="30" name="Picture 20">
            <a:extLst>
              <a:ext uri="{FF2B5EF4-FFF2-40B4-BE49-F238E27FC236}">
                <a16:creationId xmlns:a16="http://schemas.microsoft.com/office/drawing/2014/main" id="{F410AF64-93DE-4C35-8AC4-D2AFA638F57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3186604" y="2737830"/>
            <a:ext cx="538465" cy="17284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AAFDC93-9DCC-4CE4-B8D7-6137FEEF048E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183906" y="2026540"/>
            <a:ext cx="457143" cy="25714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02B52D7-9EB4-432D-A8C5-A0DAE58EF038}"/>
              </a:ext>
            </a:extLst>
          </p:cNvPr>
          <p:cNvCxnSpPr>
            <a:cxnSpLocks/>
          </p:cNvCxnSpPr>
          <p:nvPr userDrawn="1"/>
        </p:nvCxnSpPr>
        <p:spPr>
          <a:xfrm>
            <a:off x="2757565" y="4996939"/>
            <a:ext cx="907781" cy="3100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5E9322B-F814-45C1-A30F-1BB8D0604356}"/>
              </a:ext>
            </a:extLst>
          </p:cNvPr>
          <p:cNvCxnSpPr>
            <a:cxnSpLocks/>
          </p:cNvCxnSpPr>
          <p:nvPr userDrawn="1"/>
        </p:nvCxnSpPr>
        <p:spPr>
          <a:xfrm rot="19200000">
            <a:off x="2751034" y="4996939"/>
            <a:ext cx="907781" cy="3100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39B075D-C775-447D-A3A2-2DDBE502A24E}"/>
              </a:ext>
            </a:extLst>
          </p:cNvPr>
          <p:cNvCxnSpPr>
            <a:cxnSpLocks/>
          </p:cNvCxnSpPr>
          <p:nvPr userDrawn="1"/>
        </p:nvCxnSpPr>
        <p:spPr>
          <a:xfrm>
            <a:off x="2757565" y="6075482"/>
            <a:ext cx="907781" cy="3100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F27D424-46E2-4CE8-9A03-0D53792EDAE5}"/>
              </a:ext>
            </a:extLst>
          </p:cNvPr>
          <p:cNvCxnSpPr>
            <a:cxnSpLocks/>
          </p:cNvCxnSpPr>
          <p:nvPr userDrawn="1"/>
        </p:nvCxnSpPr>
        <p:spPr>
          <a:xfrm rot="19200000">
            <a:off x="2751034" y="6075482"/>
            <a:ext cx="907781" cy="3100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5436810"/>
      </p:ext>
    </p:extLst>
  </p:cSld>
  <p:clrMapOvr>
    <a:masterClrMapping/>
  </p:clrMapOvr>
</p:sldLayout>
</file>

<file path=ppt/slideLayouts/slideLayout5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358775" y="656823"/>
            <a:ext cx="11472863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4000" b="0" noProof="0" dirty="0">
                <a:solidFill>
                  <a:schemeClr val="tx1"/>
                </a:solidFill>
              </a:rPr>
              <a:t>If you see any </a:t>
            </a:r>
            <a:r>
              <a:rPr lang="en-US" sz="4000" b="1" i="1" noProof="0" dirty="0">
                <a:solidFill>
                  <a:schemeClr val="tx1"/>
                </a:solidFill>
              </a:rPr>
              <a:t>layouts after this </a:t>
            </a:r>
            <a:r>
              <a:rPr lang="en-US" sz="4000" b="0" i="0" noProof="0" dirty="0">
                <a:solidFill>
                  <a:schemeClr val="tx1"/>
                </a:solidFill>
              </a:rPr>
              <a:t>one</a:t>
            </a:r>
            <a:r>
              <a:rPr lang="en-US" sz="4000" b="1" i="1" noProof="0" dirty="0">
                <a:solidFill>
                  <a:schemeClr val="tx1"/>
                </a:solidFill>
              </a:rPr>
              <a:t>,</a:t>
            </a:r>
            <a:br>
              <a:rPr lang="en-GB" sz="4000" b="0" i="0" noProof="0" dirty="0">
                <a:solidFill>
                  <a:schemeClr val="tx1"/>
                </a:solidFill>
              </a:rPr>
            </a:br>
            <a:r>
              <a:rPr lang="en-US" sz="4000" b="0" noProof="0" dirty="0">
                <a:solidFill>
                  <a:schemeClr val="tx1"/>
                </a:solidFill>
              </a:rPr>
              <a:t>do not use them. These layouts </a:t>
            </a:r>
            <a:r>
              <a:rPr lang="en-US" sz="4000" b="1" i="1" u="none" noProof="0" dirty="0">
                <a:solidFill>
                  <a:schemeClr val="tx1"/>
                </a:solidFill>
              </a:rPr>
              <a:t>are not </a:t>
            </a:r>
            <a:r>
              <a:rPr lang="en-US" sz="4000" b="0" noProof="0" dirty="0">
                <a:solidFill>
                  <a:schemeClr val="tx1"/>
                </a:solidFill>
              </a:rPr>
              <a:t>part of our corporate template.</a:t>
            </a:r>
            <a:endParaRPr lang="en-US" sz="2400" b="0" noProof="0" dirty="0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black"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tx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US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US" sz="1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213" y="2745012"/>
            <a:ext cx="10152346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500" b="1" i="1" noProof="0" dirty="0">
                <a:solidFill>
                  <a:schemeClr val="tx1"/>
                </a:solidFill>
              </a:rPr>
              <a:t>Do not use </a:t>
            </a:r>
            <a:endParaRPr lang="en-US" sz="2000" b="1" i="1" dirty="0">
              <a:solidFill>
                <a:schemeClr val="tx1"/>
              </a:solidFill>
            </a:endParaRPr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>
          <a:xfrm>
            <a:off x="358775" y="5186455"/>
            <a:ext cx="11472863" cy="6309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1800" b="0" noProof="0" dirty="0">
                <a:solidFill>
                  <a:schemeClr val="tx1"/>
                </a:solidFill>
              </a:rPr>
              <a:t>Due to PowerPoint’s standard Copy/Paste functionality extra undesirable layouts can appear.</a:t>
            </a:r>
            <a:endParaRPr lang="en-US"/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1800" b="0" noProof="0" dirty="0">
                <a:solidFill>
                  <a:schemeClr val="tx1"/>
                </a:solidFill>
              </a:rPr>
              <a:t>Also notice: Layouts after this might contain potential confidential information.</a:t>
            </a:r>
            <a:endParaRPr lang="en-US"/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6357EC7-0D53-4A60-9E41-D75A47B48389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8348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guide" hidden="1">
            <a:extLst>
              <a:ext uri="{FF2B5EF4-FFF2-40B4-BE49-F238E27FC236}">
                <a16:creationId xmlns:a16="http://schemas.microsoft.com/office/drawing/2014/main" id="{15561ECF-7D46-418C-8729-C8ECF83A13E2}"/>
              </a:ext>
            </a:extLst>
          </p:cNvPr>
          <p:cNvGrpSpPr/>
          <p:nvPr userDrawn="1"/>
        </p:nvGrpSpPr>
        <p:grpSpPr>
          <a:xfrm>
            <a:off x="358775" y="652461"/>
            <a:ext cx="11473225" cy="5911853"/>
            <a:chOff x="358775" y="652461"/>
            <a:chExt cx="11473225" cy="591185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79F99D4-F67E-4434-8A77-73CFD8194BE7}"/>
                </a:ext>
              </a:extLst>
            </p:cNvPr>
            <p:cNvSpPr/>
            <p:nvPr userDrawn="1"/>
          </p:nvSpPr>
          <p:spPr>
            <a:xfrm>
              <a:off x="986000" y="652461"/>
              <a:ext cx="360000" cy="5911852"/>
            </a:xfrm>
            <a:prstGeom prst="rect">
              <a:avLst/>
            </a:prstGeom>
            <a:noFill/>
            <a:ln>
              <a:solidFill>
                <a:srgbClr val="FF00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B2247C1-8999-4428-B39C-99101426123D}"/>
                </a:ext>
              </a:extLst>
            </p:cNvPr>
            <p:cNvSpPr/>
            <p:nvPr userDrawn="1"/>
          </p:nvSpPr>
          <p:spPr>
            <a:xfrm>
              <a:off x="360000" y="652462"/>
              <a:ext cx="11472000" cy="5911851"/>
            </a:xfrm>
            <a:prstGeom prst="rect">
              <a:avLst/>
            </a:prstGeom>
            <a:noFill/>
            <a:ln>
              <a:solidFill>
                <a:srgbClr val="FF00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1125219-FD9A-41B2-B1E3-EAB13584C8B0}"/>
                </a:ext>
              </a:extLst>
            </p:cNvPr>
            <p:cNvSpPr/>
            <p:nvPr userDrawn="1"/>
          </p:nvSpPr>
          <p:spPr>
            <a:xfrm>
              <a:off x="358775" y="1828800"/>
              <a:ext cx="11472863" cy="4735514"/>
            </a:xfrm>
            <a:prstGeom prst="rect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 dirty="0" err="1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916D790-5B35-4F06-B6DB-EC1E2EB169A5}"/>
                </a:ext>
              </a:extLst>
            </p:cNvPr>
            <p:cNvSpPr/>
            <p:nvPr userDrawn="1"/>
          </p:nvSpPr>
          <p:spPr>
            <a:xfrm>
              <a:off x="1972000" y="652461"/>
              <a:ext cx="360000" cy="5911852"/>
            </a:xfrm>
            <a:prstGeom prst="rect">
              <a:avLst/>
            </a:prstGeom>
            <a:noFill/>
            <a:ln>
              <a:solidFill>
                <a:srgbClr val="FF00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DCB2FC5-A2F6-4A4F-84AA-43534FE975BF}"/>
                </a:ext>
              </a:extLst>
            </p:cNvPr>
            <p:cNvSpPr/>
            <p:nvPr userDrawn="1"/>
          </p:nvSpPr>
          <p:spPr>
            <a:xfrm>
              <a:off x="2958000" y="652461"/>
              <a:ext cx="360000" cy="5911852"/>
            </a:xfrm>
            <a:prstGeom prst="rect">
              <a:avLst/>
            </a:prstGeom>
            <a:noFill/>
            <a:ln>
              <a:solidFill>
                <a:srgbClr val="FF00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65EB2D0-7A80-405D-B665-12F8D4CC5F63}"/>
                </a:ext>
              </a:extLst>
            </p:cNvPr>
            <p:cNvSpPr/>
            <p:nvPr userDrawn="1"/>
          </p:nvSpPr>
          <p:spPr>
            <a:xfrm>
              <a:off x="3944000" y="652461"/>
              <a:ext cx="360000" cy="5911852"/>
            </a:xfrm>
            <a:prstGeom prst="rect">
              <a:avLst/>
            </a:prstGeom>
            <a:noFill/>
            <a:ln>
              <a:solidFill>
                <a:srgbClr val="FF00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E2768B5-D959-48CB-BDED-4EAD8F5FF0AD}"/>
                </a:ext>
              </a:extLst>
            </p:cNvPr>
            <p:cNvSpPr/>
            <p:nvPr userDrawn="1"/>
          </p:nvSpPr>
          <p:spPr>
            <a:xfrm>
              <a:off x="4930000" y="652461"/>
              <a:ext cx="360000" cy="5911852"/>
            </a:xfrm>
            <a:prstGeom prst="rect">
              <a:avLst/>
            </a:prstGeom>
            <a:noFill/>
            <a:ln>
              <a:solidFill>
                <a:srgbClr val="FF00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EE85FF8-3F3E-4005-8518-F5A205F1651A}"/>
                </a:ext>
              </a:extLst>
            </p:cNvPr>
            <p:cNvSpPr/>
            <p:nvPr userDrawn="1"/>
          </p:nvSpPr>
          <p:spPr>
            <a:xfrm>
              <a:off x="5916000" y="652461"/>
              <a:ext cx="360000" cy="5911852"/>
            </a:xfrm>
            <a:prstGeom prst="rect">
              <a:avLst/>
            </a:prstGeom>
            <a:noFill/>
            <a:ln>
              <a:solidFill>
                <a:srgbClr val="FF00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39F7EBC-85F9-49AF-A359-590F00976AFB}"/>
                </a:ext>
              </a:extLst>
            </p:cNvPr>
            <p:cNvSpPr/>
            <p:nvPr userDrawn="1"/>
          </p:nvSpPr>
          <p:spPr>
            <a:xfrm>
              <a:off x="6902000" y="652461"/>
              <a:ext cx="360000" cy="5911852"/>
            </a:xfrm>
            <a:prstGeom prst="rect">
              <a:avLst/>
            </a:prstGeom>
            <a:noFill/>
            <a:ln>
              <a:solidFill>
                <a:srgbClr val="FF00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7F1FA3E-E852-433E-9D2C-2852FFC2D8B6}"/>
                </a:ext>
              </a:extLst>
            </p:cNvPr>
            <p:cNvSpPr/>
            <p:nvPr userDrawn="1"/>
          </p:nvSpPr>
          <p:spPr>
            <a:xfrm>
              <a:off x="7888000" y="652461"/>
              <a:ext cx="360000" cy="5911852"/>
            </a:xfrm>
            <a:prstGeom prst="rect">
              <a:avLst/>
            </a:prstGeom>
            <a:noFill/>
            <a:ln>
              <a:solidFill>
                <a:srgbClr val="FF00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2443D88-E494-49A4-9054-8E60E8F2A85E}"/>
                </a:ext>
              </a:extLst>
            </p:cNvPr>
            <p:cNvSpPr/>
            <p:nvPr userDrawn="1"/>
          </p:nvSpPr>
          <p:spPr>
            <a:xfrm>
              <a:off x="8874000" y="652461"/>
              <a:ext cx="360000" cy="5911852"/>
            </a:xfrm>
            <a:prstGeom prst="rect">
              <a:avLst/>
            </a:prstGeom>
            <a:noFill/>
            <a:ln>
              <a:solidFill>
                <a:srgbClr val="FF00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83D840B-83FD-46BD-BEA5-2505FBE2EFF8}"/>
                </a:ext>
              </a:extLst>
            </p:cNvPr>
            <p:cNvSpPr/>
            <p:nvPr userDrawn="1"/>
          </p:nvSpPr>
          <p:spPr>
            <a:xfrm>
              <a:off x="9860000" y="652461"/>
              <a:ext cx="360000" cy="5911852"/>
            </a:xfrm>
            <a:prstGeom prst="rect">
              <a:avLst/>
            </a:prstGeom>
            <a:noFill/>
            <a:ln>
              <a:solidFill>
                <a:srgbClr val="FF00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ABC8FB8-5C7D-4EA0-B3F8-180CCCB2B78F}"/>
                </a:ext>
              </a:extLst>
            </p:cNvPr>
            <p:cNvSpPr/>
            <p:nvPr userDrawn="1"/>
          </p:nvSpPr>
          <p:spPr>
            <a:xfrm>
              <a:off x="10846000" y="652461"/>
              <a:ext cx="360000" cy="5911852"/>
            </a:xfrm>
            <a:prstGeom prst="rect">
              <a:avLst/>
            </a:prstGeom>
            <a:noFill/>
            <a:ln>
              <a:solidFill>
                <a:srgbClr val="FF00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A6E85EE-3577-48A9-A89C-EA48B414776F}"/>
                </a:ext>
              </a:extLst>
            </p:cNvPr>
            <p:cNvSpPr/>
            <p:nvPr userDrawn="1"/>
          </p:nvSpPr>
          <p:spPr>
            <a:xfrm>
              <a:off x="358775" y="6124575"/>
              <a:ext cx="11473200" cy="439739"/>
            </a:xfrm>
            <a:prstGeom prst="rect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 dirty="0" err="1"/>
            </a:p>
          </p:txBody>
        </p:sp>
      </p:grpSp>
      <p:sp>
        <p:nvSpPr>
          <p:cNvPr id="4" name="Logo name">
            <a:extLst>
              <a:ext uri="{FF2B5EF4-FFF2-40B4-BE49-F238E27FC236}">
                <a16:creationId xmlns:a16="http://schemas.microsoft.com/office/drawing/2014/main" id="{01B9A0B6-FAB9-47A4-9AD8-E4A32831A03D}"/>
              </a:ext>
            </a:extLst>
          </p:cNvPr>
          <p:cNvSpPr txBox="1"/>
          <p:nvPr userDrawn="1"/>
        </p:nvSpPr>
        <p:spPr>
          <a:xfrm>
            <a:off x="360000" y="6368400"/>
            <a:ext cx="777600" cy="216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US" sz="700" dirty="0">
                <a:solidFill>
                  <a:schemeClr val="tx2"/>
                </a:solidFill>
              </a:rPr>
              <a:t>Ramboll</a:t>
            </a:r>
            <a:endParaRPr lang="en-US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655200"/>
            <a:ext cx="10483200" cy="93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add title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000" y="1828800"/>
            <a:ext cx="11473200" cy="429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Level 1 (Enter+TAB for next text level, SHIFT+TAB to go back in levels)</a:t>
            </a:r>
            <a:endParaRPr lang="en-US"/>
          </a:p>
          <a:p>
            <a:pPr lvl="1"/>
            <a:r>
              <a:rPr lang="en-US" noProof="0" dirty="0"/>
              <a:t>Level 2</a:t>
            </a:r>
            <a:endParaRPr lang="en-US"/>
          </a:p>
          <a:p>
            <a:pPr lvl="2"/>
            <a:r>
              <a:rPr lang="en-US" noProof="0" dirty="0"/>
              <a:t>Level 3</a:t>
            </a:r>
            <a:endParaRPr lang="en-US"/>
          </a:p>
          <a:p>
            <a:pPr lvl="3"/>
            <a:r>
              <a:rPr lang="en-US" noProof="0" dirty="0"/>
              <a:t>Level 4</a:t>
            </a:r>
            <a:endParaRPr lang="en-US"/>
          </a:p>
          <a:p>
            <a:pPr lvl="4"/>
            <a:r>
              <a:rPr lang="en-US" noProof="0" dirty="0"/>
              <a:t>Level 5</a:t>
            </a:r>
            <a:endParaRPr lang="en-US"/>
          </a:p>
          <a:p>
            <a:pPr lvl="5"/>
            <a:r>
              <a:rPr lang="en-US" noProof="0" dirty="0"/>
              <a:t>Level 6</a:t>
            </a:r>
            <a:endParaRPr lang="en-US"/>
          </a:p>
          <a:p>
            <a:pPr lvl="6"/>
            <a:r>
              <a:rPr lang="en-US" noProof="0" dirty="0"/>
              <a:t>Level 7</a:t>
            </a:r>
            <a:endParaRPr lang="en-US"/>
          </a:p>
          <a:p>
            <a:pPr lvl="7"/>
            <a:r>
              <a:rPr lang="en-US" noProof="0" dirty="0"/>
              <a:t>Level 8</a:t>
            </a:r>
            <a:endParaRPr lang="en-US"/>
          </a:p>
          <a:p>
            <a:pPr lvl="8"/>
            <a:r>
              <a:rPr lang="en-US" noProof="0" dirty="0"/>
              <a:t>Level 9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3F1B6-0743-4D14-8B95-B030120DE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206800" y="6310800"/>
            <a:ext cx="626400" cy="144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00">
                <a:solidFill>
                  <a:schemeClr val="tx2"/>
                </a:solidFill>
              </a:defRPr>
            </a:lvl1pPr>
          </a:lstStyle>
          <a:p>
            <a:fld id="{D7C7A626-396F-47CE-9599-33B16A849820}" type="datetime1">
              <a:rPr lang="en-US" smtClean="0"/>
              <a:t>27/09/2024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60BDC-2796-43E8-A075-B3BFBC3B2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42800" y="6440400"/>
            <a:ext cx="8877600" cy="144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2516E-ED5A-4F68-B285-E8D0CC42F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6800" y="6476400"/>
            <a:ext cx="626400" cy="108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00">
                <a:solidFill>
                  <a:schemeClr val="tx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44000" indent="-14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288000" indent="-14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00" indent="-14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tabLst/>
        <a:defRPr sz="4100" kern="1200">
          <a:solidFill>
            <a:schemeClr val="tx2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000" b="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08000" indent="-108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08000" indent="-108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21" userDrawn="1">
          <p15:clr>
            <a:srgbClr val="A4A3A4"/>
          </p15:clr>
        </p15:guide>
        <p15:guide id="2" pos="847" userDrawn="1">
          <p15:clr>
            <a:srgbClr val="A4A3A4"/>
          </p15:clr>
        </p15:guide>
        <p15:guide id="3" orient="horz" pos="410" userDrawn="1">
          <p15:clr>
            <a:srgbClr val="F26B43"/>
          </p15:clr>
        </p15:guide>
        <p15:guide id="4" orient="horz" pos="4135" userDrawn="1">
          <p15:clr>
            <a:srgbClr val="A4A3A4"/>
          </p15:clr>
        </p15:guide>
        <p15:guide id="5" pos="226" userDrawn="1">
          <p15:clr>
            <a:srgbClr val="F26B43"/>
          </p15:clr>
        </p15:guide>
        <p15:guide id="6" pos="7453" userDrawn="1">
          <p15:clr>
            <a:srgbClr val="F26B43"/>
          </p15:clr>
        </p15:guide>
        <p15:guide id="7" orient="horz" pos="1152" userDrawn="1">
          <p15:clr>
            <a:srgbClr val="F26B43"/>
          </p15:clr>
        </p15:guide>
        <p15:guide id="8" pos="1242" userDrawn="1">
          <p15:clr>
            <a:srgbClr val="A4A3A4"/>
          </p15:clr>
        </p15:guide>
        <p15:guide id="9" pos="1468" userDrawn="1">
          <p15:clr>
            <a:srgbClr val="A4A3A4"/>
          </p15:clr>
        </p15:guide>
        <p15:guide id="10" pos="1863" userDrawn="1">
          <p15:clr>
            <a:srgbClr val="A4A3A4"/>
          </p15:clr>
        </p15:guide>
        <p15:guide id="11" pos="2090" userDrawn="1">
          <p15:clr>
            <a:srgbClr val="A4A3A4"/>
          </p15:clr>
        </p15:guide>
        <p15:guide id="12" pos="2484" userDrawn="1">
          <p15:clr>
            <a:srgbClr val="A4A3A4"/>
          </p15:clr>
        </p15:guide>
        <p15:guide id="13" pos="2711" userDrawn="1">
          <p15:clr>
            <a:srgbClr val="A4A3A4"/>
          </p15:clr>
        </p15:guide>
        <p15:guide id="14" pos="3105" userDrawn="1">
          <p15:clr>
            <a:srgbClr val="A4A3A4"/>
          </p15:clr>
        </p15:guide>
        <p15:guide id="15" pos="3332" userDrawn="1">
          <p15:clr>
            <a:srgbClr val="A4A3A4"/>
          </p15:clr>
        </p15:guide>
        <p15:guide id="16" pos="3726" userDrawn="1">
          <p15:clr>
            <a:srgbClr val="A4A3A4"/>
          </p15:clr>
        </p15:guide>
        <p15:guide id="17" pos="3953" userDrawn="1">
          <p15:clr>
            <a:srgbClr val="A4A3A4"/>
          </p15:clr>
        </p15:guide>
        <p15:guide id="18" pos="4347" userDrawn="1">
          <p15:clr>
            <a:srgbClr val="A4A3A4"/>
          </p15:clr>
        </p15:guide>
        <p15:guide id="19" pos="4574" userDrawn="1">
          <p15:clr>
            <a:srgbClr val="A4A3A4"/>
          </p15:clr>
        </p15:guide>
        <p15:guide id="20" pos="4968" userDrawn="1">
          <p15:clr>
            <a:srgbClr val="A4A3A4"/>
          </p15:clr>
        </p15:guide>
        <p15:guide id="21" pos="5195" userDrawn="1">
          <p15:clr>
            <a:srgbClr val="A4A3A4"/>
          </p15:clr>
        </p15:guide>
        <p15:guide id="22" pos="5589" userDrawn="1">
          <p15:clr>
            <a:srgbClr val="A4A3A4"/>
          </p15:clr>
        </p15:guide>
        <p15:guide id="23" pos="5816" userDrawn="1">
          <p15:clr>
            <a:srgbClr val="A4A3A4"/>
          </p15:clr>
        </p15:guide>
        <p15:guide id="24" pos="6211" userDrawn="1">
          <p15:clr>
            <a:srgbClr val="A4A3A4"/>
          </p15:clr>
        </p15:guide>
        <p15:guide id="25" pos="6437" userDrawn="1">
          <p15:clr>
            <a:srgbClr val="A4A3A4"/>
          </p15:clr>
        </p15:guide>
        <p15:guide id="26" pos="6832" userDrawn="1">
          <p15:clr>
            <a:srgbClr val="A4A3A4"/>
          </p15:clr>
        </p15:guide>
        <p15:guide id="27" pos="7058" userDrawn="1">
          <p15:clr>
            <a:srgbClr val="A4A3A4"/>
          </p15:clr>
        </p15:guide>
        <p15:guide id="28" orient="horz" pos="385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customXml" Target="../../customXml/item3.xml"/><Relationship Id="rId1" Type="http://schemas.openxmlformats.org/officeDocument/2006/relationships/customXml" Target="../../customXml/item5.xml"/><Relationship Id="rId4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customXml" Target="../../customXml/item8.xml"/><Relationship Id="rId1" Type="http://schemas.openxmlformats.org/officeDocument/2006/relationships/customXml" Target="../../customXml/item6.xml"/><Relationship Id="rId4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customXml" Target="../../customXml/item1.xml"/><Relationship Id="rId1" Type="http://schemas.openxmlformats.org/officeDocument/2006/relationships/customXml" Target="../../customXml/item2.xml"/><Relationship Id="rId4" Type="http://schemas.openxmlformats.org/officeDocument/2006/relationships/slideLayout" Target="../slideLayouts/slideLayout54.xml"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9FCCFE-889F-4525-B43F-166C7E08A49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FF75E0-1BB3-4CF0-848A-D978DD9F00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870E343-E0D1-4765-950E-8ED1965DF3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FD4F0E-CD52-4E94-A9D4-A18F20E6F98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2368167326"/>
      </p:ext>
    </p:extLst>
  </p:cSld>
  <p:clrMapOvr>
    <a:masterClrMapping/>
  </p:clrMapOvr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4E0374-9CD7-4400-8459-68B051B1D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B13874-25D9-41C7-A880-0D6951E834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30A95-5AF9-4BF2-ABC5-A5B2142E08B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8B4C64-C8CB-4B60-BC83-3C523DC74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3797582595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C5F6C6-852C-447A-972D-2713B083C1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3</a:t>
            </a:fld>
            <a:endParaRPr lang="en-US" dirty="0"/>
          </a:p>
        </p:txBody>
      </p:sp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40865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77267222619995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772672226199958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7726722261999583"/>
</p:tagLst>
</file>

<file path=ppt/theme/theme1.xml><?xml version="1.0" encoding="utf-8"?>
<a:theme xmlns:a="http://schemas.openxmlformats.org/drawingml/2006/main" name="Blank">
  <a:themeElements>
    <a:clrScheme name="Ramboll 2021">
      <a:dk1>
        <a:srgbClr val="000000"/>
      </a:dk1>
      <a:lt1>
        <a:srgbClr val="FFFFFF"/>
      </a:lt1>
      <a:dk2>
        <a:srgbClr val="009DF0"/>
      </a:dk2>
      <a:lt2>
        <a:srgbClr val="273943"/>
      </a:lt2>
      <a:accent1>
        <a:srgbClr val="05326E"/>
      </a:accent1>
      <a:accent2>
        <a:srgbClr val="125A40"/>
      </a:accent2>
      <a:accent3>
        <a:srgbClr val="ADD095"/>
      </a:accent3>
      <a:accent4>
        <a:srgbClr val="62294B"/>
      </a:accent4>
      <a:accent5>
        <a:srgbClr val="FF8855"/>
      </a:accent5>
      <a:accent6>
        <a:srgbClr val="E3E1D8"/>
      </a:accent6>
      <a:hlink>
        <a:srgbClr val="009DF0"/>
      </a:hlink>
      <a:folHlink>
        <a:srgbClr val="CCEBFD"/>
      </a:folHlink>
    </a:clrScheme>
    <a:fontScheme name="Rambol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36000" rIns="72000" bIns="36000"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  <a:custClrLst>
    <a:custClr name="Black">
      <a:srgbClr val="000000"/>
    </a:custClr>
    <a:custClr name="Mountain 100%">
      <a:srgbClr val="273943"/>
    </a:custClr>
    <a:custClr name="Cyan 100%">
      <a:srgbClr val="009DF0"/>
    </a:custClr>
    <a:custClr name="Ocean 100%">
      <a:srgbClr val="05326E"/>
    </a:custClr>
    <a:custClr name="Forest 100%">
      <a:srgbClr val="125A40"/>
    </a:custClr>
    <a:custClr name="Grass 100%">
      <a:srgbClr val="ADD095"/>
    </a:custClr>
    <a:custClr name="Heath 100%">
      <a:srgbClr val="61294B"/>
    </a:custClr>
    <a:custClr name="Field 100%">
      <a:srgbClr val="FF8855"/>
    </a:custClr>
    <a:custClr name="Pebble 100%">
      <a:srgbClr val="E3E1D8"/>
    </a:custClr>
    <a:custClr name="Sand 100%">
      <a:srgbClr val="FFE682"/>
    </a:custClr>
    <a:custClr name="Text color">
      <a:srgbClr val="333333"/>
    </a:custClr>
    <a:custClr name="Mountain 80%">
      <a:srgbClr val="47525A"/>
    </a:custClr>
    <a:custClr name="Cyan 80%">
      <a:srgbClr val="33B1F3"/>
    </a:custClr>
    <a:custClr name="Ocean 80%">
      <a:srgbClr val="375B8B"/>
    </a:custClr>
    <a:custClr name="Forest 80%">
      <a:srgbClr val="417B66"/>
    </a:custClr>
    <a:custClr name="Grass 80%">
      <a:srgbClr val="BDD9AA"/>
    </a:custClr>
    <a:custClr name="Heath 80%">
      <a:srgbClr val="794B62"/>
    </a:custClr>
    <a:custClr name="Field 80%">
      <a:srgbClr val="F89D73"/>
    </a:custClr>
    <a:custClr name="Pebble 80%">
      <a:srgbClr val="E9E7E0"/>
    </a:custClr>
    <a:custClr name="Sand 80%">
      <a:srgbClr val="FCE783"/>
    </a:custClr>
    <a:custClr name="White">
      <a:srgbClr val="FFFFFF"/>
    </a:custClr>
    <a:custClr name="Mountain 60%">
      <a:srgbClr val="7D888E"/>
    </a:custClr>
    <a:custClr name="Cyan 60%">
      <a:srgbClr val="66C4F6"/>
    </a:custClr>
    <a:custClr name="Ocean 60%">
      <a:srgbClr val="6984A8"/>
    </a:custClr>
    <a:custClr name="Forest 60%">
      <a:srgbClr val="719C8C"/>
    </a:custClr>
    <a:custClr name="Grass 60%">
      <a:srgbClr val="CEE3BF"/>
    </a:custClr>
    <a:custClr name="Heath 60%">
      <a:srgbClr val="A17F93"/>
    </a:custClr>
    <a:custClr name="Field 60%">
      <a:srgbClr val="FFB899"/>
    </a:custClr>
    <a:custClr name="Pebble 60%">
      <a:srgbClr val="EEEDE8"/>
    </a:custClr>
    <a:custClr name="Sand 60%">
      <a:srgbClr val="FFFAB4"/>
    </a:custClr>
    <a:custClr name="White">
      <a:srgbClr val="FFFFFF"/>
    </a:custClr>
    <a:custClr name="Mountain 40%">
      <a:srgbClr val="D3D7D9"/>
    </a:custClr>
    <a:custClr name="Cyan 40%">
      <a:srgbClr val="CCEBFD"/>
    </a:custClr>
    <a:custClr name="Ocean 40%">
      <a:srgbClr val="CED6E3"/>
    </a:custClr>
    <a:custClr name="Forest 40%">
      <a:srgbClr val="CFDED9"/>
    </a:custClr>
    <a:custClr name="Grass 40%">
      <a:srgbClr val="EFF7EA"/>
    </a:custClr>
    <a:custClr name="Heath 40%">
      <a:srgbClr val="DFD4DA"/>
    </a:custClr>
    <a:custClr name="Field 40%">
      <a:srgbClr val="FFE7DD"/>
    </a:custClr>
    <a:custClr name="Pebble 40%">
      <a:srgbClr val="F9F9F7"/>
    </a:custClr>
    <a:custClr name="Sand 40%">
      <a:srgbClr val="FFFAE6"/>
    </a:custClr>
  </a:custClrLst>
  <a:extLst>
    <a:ext uri="{05A4C25C-085E-4340-85A3-A5531E510DB2}">
      <thm15:themeFamily xmlns:thm15="http://schemas.microsoft.com/office/thememl/2012/main" name="BaseTemplate 16-9 UK.potx" id="{99839C17-9291-4D6B-9A70-B923972FEA85}" vid="{497495C2-62DF-4425-B50B-9A17880EC5A0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abelondesign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Black">
      <a:srgbClr val="000000"/>
    </a:custClr>
    <a:custClr name="Mountain 100%">
      <a:srgbClr val="273943"/>
    </a:custClr>
    <a:custClr name="Cyan 100%">
      <a:srgbClr val="009DF0"/>
    </a:custClr>
    <a:custClr name="Ocean 100%">
      <a:srgbClr val="05326E"/>
    </a:custClr>
    <a:custClr name="Forest 100%">
      <a:srgbClr val="125A40"/>
    </a:custClr>
    <a:custClr name="Grass 100%">
      <a:srgbClr val="ADD095"/>
    </a:custClr>
    <a:custClr name="Heath 100%">
      <a:srgbClr val="61294B"/>
    </a:custClr>
    <a:custClr name="Field 100%">
      <a:srgbClr val="FF8855"/>
    </a:custClr>
    <a:custClr name="Pebble 100%">
      <a:srgbClr val="E3E1D8"/>
    </a:custClr>
    <a:custClr name="Sand 100%">
      <a:srgbClr val="FFE682"/>
    </a:custClr>
    <a:custClr name="Text color">
      <a:srgbClr val="333333"/>
    </a:custClr>
    <a:custClr name="Mountain 80%">
      <a:srgbClr val="47525A"/>
    </a:custClr>
    <a:custClr name="Cyan 80%">
      <a:srgbClr val="33B1F3"/>
    </a:custClr>
    <a:custClr name="Ocean 80%">
      <a:srgbClr val="375B8B"/>
    </a:custClr>
    <a:custClr name="Forest 80%">
      <a:srgbClr val="417B66"/>
    </a:custClr>
    <a:custClr name="Grass 80%">
      <a:srgbClr val="BDD9AA"/>
    </a:custClr>
    <a:custClr name="Heath 80%">
      <a:srgbClr val="794B62"/>
    </a:custClr>
    <a:custClr name="Field 80%">
      <a:srgbClr val="F89D73"/>
    </a:custClr>
    <a:custClr name="Pebble 80%">
      <a:srgbClr val="E9E7E0"/>
    </a:custClr>
    <a:custClr name="Sand 80%">
      <a:srgbClr val="FCE783"/>
    </a:custClr>
    <a:custClr name="White">
      <a:srgbClr val="FFFFFF"/>
    </a:custClr>
    <a:custClr name="Mountain 60%">
      <a:srgbClr val="7D888E"/>
    </a:custClr>
    <a:custClr name="Cyan 60%">
      <a:srgbClr val="66C4F6"/>
    </a:custClr>
    <a:custClr name="Ocean 60%">
      <a:srgbClr val="6984A8"/>
    </a:custClr>
    <a:custClr name="Forest 60%">
      <a:srgbClr val="719C8C"/>
    </a:custClr>
    <a:custClr name="Grass 60%">
      <a:srgbClr val="CEE3BF"/>
    </a:custClr>
    <a:custClr name="Heath 60%">
      <a:srgbClr val="A17F93"/>
    </a:custClr>
    <a:custClr name="Field 60%">
      <a:srgbClr val="FFB899"/>
    </a:custClr>
    <a:custClr name="Pebble 60%">
      <a:srgbClr val="EEEDE8"/>
    </a:custClr>
    <a:custClr name="Sand 60%">
      <a:srgbClr val="FFFAB4"/>
    </a:custClr>
    <a:custClr name="White">
      <a:srgbClr val="FFFFFF"/>
    </a:custClr>
    <a:custClr name="Mountain 40%">
      <a:srgbClr val="D3D7D9"/>
    </a:custClr>
    <a:custClr name="Cyan 40%">
      <a:srgbClr val="CCEBFD"/>
    </a:custClr>
    <a:custClr name="Ocean 40%">
      <a:srgbClr val="CED6E3"/>
    </a:custClr>
    <a:custClr name="Forest 40%">
      <a:srgbClr val="CFDED9"/>
    </a:custClr>
    <a:custClr name="Grass 40%">
      <a:srgbClr val="EFF7EA"/>
    </a:custClr>
    <a:custClr name="Heath 40%">
      <a:srgbClr val="DFD4DA"/>
    </a:custClr>
    <a:custClr name="Field 40%">
      <a:srgbClr val="FFE7DD"/>
    </a:custClr>
    <a:custClr name="Pebble 40%">
      <a:srgbClr val="F9F9F7"/>
    </a:custClr>
    <a:custClr name="Sand 40%">
      <a:srgbClr val="FFFAE6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abelondesign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Black">
      <a:srgbClr val="000000"/>
    </a:custClr>
    <a:custClr name="Mountain 100%">
      <a:srgbClr val="273943"/>
    </a:custClr>
    <a:custClr name="Cyan 100%">
      <a:srgbClr val="009DF0"/>
    </a:custClr>
    <a:custClr name="Ocean 100%">
      <a:srgbClr val="05326E"/>
    </a:custClr>
    <a:custClr name="Forest 100%">
      <a:srgbClr val="125A40"/>
    </a:custClr>
    <a:custClr name="Grass 100%">
      <a:srgbClr val="ADD095"/>
    </a:custClr>
    <a:custClr name="Heath 100%">
      <a:srgbClr val="61294B"/>
    </a:custClr>
    <a:custClr name="Field 100%">
      <a:srgbClr val="FF8855"/>
    </a:custClr>
    <a:custClr name="Pebble 100%">
      <a:srgbClr val="E3E1D8"/>
    </a:custClr>
    <a:custClr name="Sand 100%">
      <a:srgbClr val="FFE682"/>
    </a:custClr>
    <a:custClr name="Text color">
      <a:srgbClr val="333333"/>
    </a:custClr>
    <a:custClr name="Mountain 80%">
      <a:srgbClr val="47525A"/>
    </a:custClr>
    <a:custClr name="Cyan 80%">
      <a:srgbClr val="33B1F3"/>
    </a:custClr>
    <a:custClr name="Ocean 80%">
      <a:srgbClr val="375B8B"/>
    </a:custClr>
    <a:custClr name="Forest 80%">
      <a:srgbClr val="417B66"/>
    </a:custClr>
    <a:custClr name="Grass 80%">
      <a:srgbClr val="BDD9AA"/>
    </a:custClr>
    <a:custClr name="Heath 80%">
      <a:srgbClr val="794B62"/>
    </a:custClr>
    <a:custClr name="Field 80%">
      <a:srgbClr val="F89D73"/>
    </a:custClr>
    <a:custClr name="Pebble 80%">
      <a:srgbClr val="E9E7E0"/>
    </a:custClr>
    <a:custClr name="Sand 80%">
      <a:srgbClr val="FCE783"/>
    </a:custClr>
    <a:custClr name="White">
      <a:srgbClr val="FFFFFF"/>
    </a:custClr>
    <a:custClr name="Mountain 60%">
      <a:srgbClr val="7D888E"/>
    </a:custClr>
    <a:custClr name="Cyan 60%">
      <a:srgbClr val="66C4F6"/>
    </a:custClr>
    <a:custClr name="Ocean 60%">
      <a:srgbClr val="6984A8"/>
    </a:custClr>
    <a:custClr name="Forest 60%">
      <a:srgbClr val="719C8C"/>
    </a:custClr>
    <a:custClr name="Grass 60%">
      <a:srgbClr val="CEE3BF"/>
    </a:custClr>
    <a:custClr name="Heath 60%">
      <a:srgbClr val="A17F93"/>
    </a:custClr>
    <a:custClr name="Field 60%">
      <a:srgbClr val="FFB899"/>
    </a:custClr>
    <a:custClr name="Pebble 60%">
      <a:srgbClr val="EEEDE8"/>
    </a:custClr>
    <a:custClr name="Sand 60%">
      <a:srgbClr val="FFFAB4"/>
    </a:custClr>
    <a:custClr name="White">
      <a:srgbClr val="FFFFFF"/>
    </a:custClr>
    <a:custClr name="Mountain 40%">
      <a:srgbClr val="D3D7D9"/>
    </a:custClr>
    <a:custClr name="Cyan 40%">
      <a:srgbClr val="CCEBFD"/>
    </a:custClr>
    <a:custClr name="Ocean 40%">
      <a:srgbClr val="CED6E3"/>
    </a:custClr>
    <a:custClr name="Forest 40%">
      <a:srgbClr val="CFDED9"/>
    </a:custClr>
    <a:custClr name="Grass 40%">
      <a:srgbClr val="EFF7EA"/>
    </a:custClr>
    <a:custClr name="Heath 40%">
      <a:srgbClr val="DFD4DA"/>
    </a:custClr>
    <a:custClr name="Field 40%">
      <a:srgbClr val="FFE7DD"/>
    </a:custClr>
    <a:custClr name="Pebble 40%">
      <a:srgbClr val="F9F9F7"/>
    </a:custClr>
    <a:custClr name="Sand 40%">
      <a:srgbClr val="FFFAE6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TemplateConfiguration><![CDATA[{"slideVersion":2,"isValidatorEnabled":false,"isLocked":false,"elementsMetadata":[],"slideId":"638060244248983624","enableDocumentContentUpdater":false,"version":"2.0"}]]></TemplafySlideTemplateConfiguration>
</file>

<file path=customXml/item3.xml><?xml version="1.0" encoding="utf-8"?>
<TemplafySlideTemplateConfiguration><![CDATA[{"slideVersion":2,"isValidatorEnabled":false,"isLocked":false,"elementsMetadata":[],"slideId":"638060244248971723","enableDocumentContentUpdater":false,"version":"2.0"}]]></TemplafySlideTemplateConfiguration>
</file>

<file path=customXml/item4.xml><?xml version="1.0" encoding="utf-8"?>
<TemplafyFormConfiguration><![CDATA[{"formFields":[],"formDataEntries":[]}]]></TemplafyForm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TemplateConfiguration><![CDATA[{"elementsMetadata":[],"transformationConfigurations":[{"propertyName":"BlankSelection","propertyValue":"{{UserProfile.Office.BlankSelection}}","disableUpdates":false,"type":"customDocumentProperty"},{"language":"{{DocumentLanguage}}","disableUpdates":false,"type":"proofingLanguage"}],"templateName":"Ramboll Template","templateDescription":"","enableDocumentContentUpdater":false,"version":"2.0"}]]></TemplafyTemplateConfiguration>
</file>

<file path=customXml/item8.xml><?xml version="1.0" encoding="utf-8"?>
<TemplafySlideTemplateConfiguration><![CDATA[{"slideVersion":2,"isValidatorEnabled":false,"isLocked":false,"elementsMetadata":[],"slideId":"638060244248978409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64594A5C-132A-429B-96A9-E7D752AFA542}">
  <ds:schemaRefs/>
</ds:datastoreItem>
</file>

<file path=customXml/itemProps2.xml><?xml version="1.0" encoding="utf-8"?>
<ds:datastoreItem xmlns:ds="http://schemas.openxmlformats.org/officeDocument/2006/customXml" ds:itemID="{A5B46366-AC64-4E58-92FA-55EF8B044EBB}">
  <ds:schemaRefs/>
</ds:datastoreItem>
</file>

<file path=customXml/itemProps3.xml><?xml version="1.0" encoding="utf-8"?>
<ds:datastoreItem xmlns:ds="http://schemas.openxmlformats.org/officeDocument/2006/customXml" ds:itemID="{D8033785-F373-4A47-AD39-951F7C084790}">
  <ds:schemaRefs/>
</ds:datastoreItem>
</file>

<file path=customXml/itemProps4.xml><?xml version="1.0" encoding="utf-8"?>
<ds:datastoreItem xmlns:ds="http://schemas.openxmlformats.org/officeDocument/2006/customXml" ds:itemID="{B13A3067-8B87-4BB8-9074-25CDC43A7AD1}">
  <ds:schemaRefs/>
</ds:datastoreItem>
</file>

<file path=customXml/itemProps5.xml><?xml version="1.0" encoding="utf-8"?>
<ds:datastoreItem xmlns:ds="http://schemas.openxmlformats.org/officeDocument/2006/customXml" ds:itemID="{0E7692AA-7650-4209-AB80-E2578F710FEB}">
  <ds:schemaRefs/>
</ds:datastoreItem>
</file>

<file path=customXml/itemProps6.xml><?xml version="1.0" encoding="utf-8"?>
<ds:datastoreItem xmlns:ds="http://schemas.openxmlformats.org/officeDocument/2006/customXml" ds:itemID="{2C18D6C4-FEAE-4F2F-AD14-79D751B65BF8}">
  <ds:schemaRefs/>
</ds:datastoreItem>
</file>

<file path=customXml/itemProps7.xml><?xml version="1.0" encoding="utf-8"?>
<ds:datastoreItem xmlns:ds="http://schemas.openxmlformats.org/officeDocument/2006/customXml" ds:itemID="{0D7A3A21-999B-468C-A495-01738D07585D}">
  <ds:schemaRefs/>
</ds:datastoreItem>
</file>

<file path=customXml/itemProps8.xml><?xml version="1.0" encoding="utf-8"?>
<ds:datastoreItem xmlns:ds="http://schemas.openxmlformats.org/officeDocument/2006/customXml" ds:itemID="{56D6D64A-C590-4630-BC63-424CD28DE0BD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3</Words>
  <Application>Microsoft Office PowerPoint</Application>
  <PresentationFormat>Widescreen</PresentationFormat>
  <Paragraphs>3</Paragraphs>
  <Slides>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Verdana</vt:lpstr>
      <vt:lpstr>Blank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Presentation</dc:title>
  <dc:creator/>
  <lastModifiedBy>Almedin Beganovic</lastModifiedBy>
  <revision>1</revision>
  <dcterms:created xsi:type="dcterms:W3CDTF">2026-04-13T12:43:30.5338266Z</dcterms:created>
  <dcterms:modified xsi:type="dcterms:W3CDTF">2026-04-13T12:43:30.5338266Z</dcterms:modified>
</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3" name="Created by">
    <vt:lpwstr>omnidocs.com</vt:lpwstr>
  </op:property>
  <op:property fmtid="{D5CDD505-2E9C-101B-9397-08002B2CF9AE}" pid="4" name="TemplafyTimeStamp">
    <vt:lpwstr>2024-09-27T15:57:02</vt:lpwstr>
  </op:property>
  <op:property fmtid="{D5CDD505-2E9C-101B-9397-08002B2CF9AE}" pid="5" name="TemplafyTenantId">
    <vt:lpwstr>ramboll</vt:lpwstr>
  </op:property>
  <op:property fmtid="{D5CDD505-2E9C-101B-9397-08002B2CF9AE}" pid="6" name="TemplafyTemplateId">
    <vt:lpwstr>636486672340117068</vt:lpwstr>
  </op:property>
  <op:property fmtid="{D5CDD505-2E9C-101B-9397-08002B2CF9AE}" pid="7" name="TemplafyUserProfileId">
    <vt:lpwstr>732559870406426675</vt:lpwstr>
  </op:property>
  <op:property fmtid="{D5CDD505-2E9C-101B-9397-08002B2CF9AE}" pid="8" name="TemplafyLanguageCode">
    <vt:lpwstr>en-US</vt:lpwstr>
  </op:property>
  <op:property fmtid="{D5CDD505-2E9C-101B-9397-08002B2CF9AE}" pid="9" name="BlankSelection">
    <vt:lpwstr>Ramboll</vt:lpwstr>
  </op:property>
  <op:property fmtid="{D5CDD505-2E9C-101B-9397-08002B2CF9AE}" pid="10" name="TemplafyFromBlank">
    <vt:bool>false</vt:bool>
  </op:property>
</op:Properties>
</file>